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77" r:id="rId6"/>
    <p:sldId id="264" r:id="rId7"/>
    <p:sldId id="258" r:id="rId8"/>
    <p:sldId id="290" r:id="rId9"/>
    <p:sldId id="268" r:id="rId10"/>
    <p:sldId id="291" r:id="rId11"/>
    <p:sldId id="286" r:id="rId12"/>
    <p:sldId id="29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A8B633-C2C0-196D-A9F5-96C215BD46DB}" v="715" dt="2026-02-21T17:29:30.318"/>
  </p1510:revLst>
</p1510:revInfo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3204" autoAdjust="0"/>
  </p:normalViewPr>
  <p:slideViewPr>
    <p:cSldViewPr snapToGrid="0">
      <p:cViewPr varScale="1">
        <p:scale>
          <a:sx n="103" d="100"/>
          <a:sy n="103" d="100"/>
        </p:scale>
        <p:origin x="852" y="108"/>
      </p:cViewPr>
      <p:guideLst>
        <p:guide orient="horz" pos="792"/>
        <p:guide pos="3144"/>
        <p:guide orient="horz" pos="960"/>
      </p:guideLst>
    </p:cSldViewPr>
  </p:slideViewPr>
  <p:outlineViewPr>
    <p:cViewPr>
      <p:scale>
        <a:sx n="33" d="100"/>
        <a:sy n="33" d="100"/>
      </p:scale>
      <p:origin x="0" y="-1194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5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ABBF3-49A8-4B3F-9773-22E67695BB12}" type="datetimeFigureOut">
              <a:rPr lang="en-US" smtClean="0"/>
              <a:t>2/21/2026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B6193-5AA7-489B-8575-00593FC261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AAC2B-A50D-4386-849A-6B59FB991B4C}" type="datetimeFigureOut">
              <a:rPr lang="en-US" smtClean="0"/>
              <a:t>2/21/2026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95658-EA1F-4910-80AB-4DA76E1674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864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716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5605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4396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6134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2262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0340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6670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032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10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4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anchor="ctr"/>
          <a:lstStyle>
            <a:lvl1pPr algn="l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anchor="b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83B974-C7F1-5026-EC6E-647371B64BB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4914EB-20DD-97B4-8FF9-94D739D2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0" name="Picture 19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925BB7-B630-981C-964B-37A5DCBE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B4D24B0-E841-7B76-D133-06ABBAB6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7D011F5-A799-BEAA-9160-5743D58B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anchor="ctr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Picture 10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96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A24CB0-5164-75CE-ED27-EF876C19C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27BDAED-0D36-04AE-1A0C-E36977943C38}"/>
                </a:ext>
              </a:extLst>
            </p:cNvPr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CF3798F-8E8C-7928-8347-8BC5B07B29F9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A488BF7D-B7D9-249A-4EC2-8A1F6311D1BD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C68EE8A4-53F3-EAAD-F43C-1F73C11BCE4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806ABFB8-B814-19D4-3D47-A20F5AE8785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92340A8-8A61-1791-D56D-37F56A662FE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oup 34">
                          <a:extLst>
                            <a:ext uri="{FF2B5EF4-FFF2-40B4-BE49-F238E27FC236}">
                              <a16:creationId xmlns:a16="http://schemas.microsoft.com/office/drawing/2014/main" id="{CD482B6F-4CF8-CEB3-7478-EB1A76DCF567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oup 36">
                            <a:extLst>
                              <a:ext uri="{FF2B5EF4-FFF2-40B4-BE49-F238E27FC236}">
                                <a16:creationId xmlns:a16="http://schemas.microsoft.com/office/drawing/2014/main" id="{48DB94FE-59B9-2EAD-D619-84D732CEACD3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E9EB6EED-2663-2442-C484-EF27395DCEB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E5978766-DE51-5FF5-41BE-B1007C37165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749B68DA-C119-6301-085A-2E7F3F7E3CB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53957E-F4A5-E4CA-B8B3-F6AE73F159F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3C4F46AE-42C2-9E3D-D294-F9297389D11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2376F25-4466-0F15-CD2F-B821AC9CCE5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BC988D2-4FFC-612A-DD91-A41B6194E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3690E8A-1D3D-3D5D-932E-D2A2CFE5BDAB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AE08D7C-4190-C00C-19F0-BEC1F608B97A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B3E9873-3672-0001-60F1-6068B67A6DF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CD85BCE-3B9E-234C-4D1D-EC1A6A57D298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CC66A2F-CBBE-220E-5ECB-528B8EE34F83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7B0A7FC-B497-31A6-1F93-414F96AF4C4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CEA94B-F499-5FCA-D063-7FD71F10F95B}"/>
                </a:ext>
              </a:extLst>
            </p:cNvPr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723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EF03D4-C3B7-918C-FF43-0A9C106AC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7" name="Date Placeholder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8" name="Footer Placeholder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414F1-8F08-3A3B-45E3-9F44595164A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92" name="Date Placeholder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193" name="Footer Placeholder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94" name="Slide Number Placeholder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1BC9BFE-80C0-4DA9-92DB-070C41E4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ctangle 23">
            <a:extLst>
              <a:ext uri="{FF2B5EF4-FFF2-40B4-BE49-F238E27FC236}">
                <a16:creationId xmlns:a16="http://schemas.microsoft.com/office/drawing/2014/main" id="{F5ED01E4-35BF-4165-86B2-E3BDFD91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7E6DD28-C71B-4484-973A-D12A2773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ctangle 23">
            <a:extLst>
              <a:ext uri="{FF2B5EF4-FFF2-40B4-BE49-F238E27FC236}">
                <a16:creationId xmlns:a16="http://schemas.microsoft.com/office/drawing/2014/main" id="{AB403917-256D-4254-A12F-F8BD1947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B06A536-5FCB-4761-9EFF-D54BE44B1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B73C61F-3D48-4791-8280-D98D2C0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4213EEF-F759-4045-9F53-49C1B4ECE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788A3CD7-1915-41CF-9FB5-E6FEDCA8F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FEE07693-1822-40D4-88A4-0F663C787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142DAF-BE54-C239-5685-89D55E027E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2EBD71-EB16-773C-A6CB-C6E1259AE70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ts val="2000"/>
              </a:lnSpc>
              <a:defRPr sz="1800"/>
            </a:lvl2pPr>
            <a:lvl3pPr>
              <a:lnSpc>
                <a:spcPts val="2000"/>
              </a:lnSpc>
              <a:defRPr sz="1800"/>
            </a:lvl3pPr>
            <a:lvl4pPr>
              <a:lnSpc>
                <a:spcPts val="2000"/>
              </a:lnSpc>
              <a:defRPr sz="1800"/>
            </a:lvl4pPr>
            <a:lvl5pPr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944BE1-9937-7EA2-AA56-336B8D5CA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1CF25F4-1889-5FE4-9BE0-413C509639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C28908-2548-441C-BE9D-8728E1F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31DC170-FB16-45F8-B62C-DCAB2B9A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E2E4A5-BFB0-8F89-C606-A1581EB9FC6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9" name="Date Placeholder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70" name="Footer Placeholder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8F81CD-65D4-6CA1-E2C2-34DF58B5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9657A-6BE9-88F7-BE4C-6BF3C13F7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2BB8E-26BE-8FBF-1C62-4F4285819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64BEFA-BF82-8BAF-1977-518DCAB0F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4C6E7FC-E03B-5EE2-7126-8CC1FBCB9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9957EF-0F68-275E-1FFC-87388D717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ECEEA3-55C1-1632-4F14-7E57A8026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6290E86-B21F-0C88-099F-07B046CA1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ctangle 23">
            <a:extLst>
              <a:ext uri="{FF2B5EF4-FFF2-40B4-BE49-F238E27FC236}">
                <a16:creationId xmlns:a16="http://schemas.microsoft.com/office/drawing/2014/main" id="{E489F066-AA0F-D3C7-739B-15808100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FC509-0D49-9500-59C9-DAE0A699F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n-US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en-US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en-US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en-US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en-US" sz="1800"/>
            </a:lvl5pPr>
          </a:lstStyle>
          <a:p>
            <a:pPr lvl="0"/>
            <a:r>
              <a:rPr lang="en-US" dirty="0"/>
              <a:t>Click to add text </a:t>
            </a:r>
          </a:p>
          <a:p>
            <a:pPr marL="685800" lvl="1" indent="-228600"/>
            <a:r>
              <a:rPr lang="en-US" dirty="0"/>
              <a:t>Second level</a:t>
            </a:r>
          </a:p>
          <a:p>
            <a:pPr marL="1143000" lvl="2" indent="-228600"/>
            <a:r>
              <a:rPr lang="en-US" dirty="0"/>
              <a:t>Third level</a:t>
            </a:r>
          </a:p>
          <a:p>
            <a:pPr marL="1600200" lvl="3" indent="-228600"/>
            <a:r>
              <a:rPr lang="en-US" dirty="0"/>
              <a:t>Fourth level</a:t>
            </a:r>
          </a:p>
          <a:p>
            <a:pPr marL="2057400" lvl="4" indent="-228600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7113F543-A373-5951-EBF3-7E283EE52F0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D4C80AE-01F3-AAB6-99EF-DB1B5934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0241B24-8629-6BC2-C72F-A156F06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FBBF9-1C14-3371-F0AC-507FFCAB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89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0232-76AA-C9E3-F846-8DB1B44E5AF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7A04978-5D2C-BBF1-9C05-C527176190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3" name="Date Placeholder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E06194BC-6453-CA18-2623-B07F3A5D4E9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insert table</a:t>
            </a:r>
          </a:p>
          <a:p>
            <a:endParaRPr lang="en-US" dirty="0"/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A465A0-88AA-B50B-92D8-3A549283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195F626-7C08-9907-6A85-922BE6A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AD34A-4F3F-C89B-BBBC-E7740F41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11C2927-0A13-DC57-A83B-B8DB787A4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00245" y="544285"/>
            <a:ext cx="5528217" cy="2685383"/>
          </a:xfrm>
        </p:spPr>
        <p:txBody>
          <a:bodyPr anchor="b">
            <a:normAutofit/>
          </a:bodyPr>
          <a:lstStyle>
            <a:lvl1pPr algn="l">
              <a:defRPr sz="44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6340" y="3423773"/>
            <a:ext cx="5528217" cy="202996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66" r:id="rId2"/>
    <p:sldLayoutId id="2147483704" r:id="rId3"/>
    <p:sldLayoutId id="2147483702" r:id="rId4"/>
    <p:sldLayoutId id="2147483678" r:id="rId5"/>
    <p:sldLayoutId id="2147483681" r:id="rId6"/>
    <p:sldLayoutId id="2147483696" r:id="rId7"/>
    <p:sldLayoutId id="2147483691" r:id="rId8"/>
    <p:sldLayoutId id="2147483677" r:id="rId9"/>
    <p:sldLayoutId id="2147483699" r:id="rId10"/>
    <p:sldLayoutId id="2147483685" r:id="rId11"/>
    <p:sldLayoutId id="2147483676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96339" y="167213"/>
            <a:ext cx="5528217" cy="2685383"/>
          </a:xfrm>
        </p:spPr>
        <p:txBody>
          <a:bodyPr>
            <a:normAutofit/>
          </a:bodyPr>
          <a:lstStyle/>
          <a:p>
            <a:r>
              <a:rPr lang="en-US" dirty="0" err="1"/>
              <a:t>Watchlog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E8F2BA70-0538-E2D4-9216-ED0C18D83F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Ръководител</a:t>
            </a:r>
            <a:r>
              <a:rPr lang="en-US" dirty="0"/>
              <a:t>:  </a:t>
            </a:r>
            <a:r>
              <a:rPr lang="en-US" dirty="0" err="1"/>
              <a:t>Михаил</a:t>
            </a:r>
            <a:r>
              <a:rPr lang="en-US" dirty="0"/>
              <a:t> </a:t>
            </a:r>
            <a:r>
              <a:rPr lang="en-US" dirty="0" err="1"/>
              <a:t>Стоев</a:t>
            </a:r>
          </a:p>
          <a:p>
            <a:r>
              <a:rPr lang="en-US" dirty="0" err="1"/>
              <a:t>Изработен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: </a:t>
            </a:r>
            <a:r>
              <a:rPr lang="en-US" dirty="0" err="1"/>
              <a:t>Рами</a:t>
            </a:r>
            <a:r>
              <a:rPr lang="en-US" dirty="0"/>
              <a:t> </a:t>
            </a:r>
            <a:r>
              <a:rPr lang="en-US" dirty="0" err="1"/>
              <a:t>Насер</a:t>
            </a:r>
            <a:r>
              <a:rPr lang="en-US" dirty="0"/>
              <a:t>, Михаил Стоев, </a:t>
            </a:r>
            <a:r>
              <a:rPr lang="en-US" dirty="0" err="1"/>
              <a:t>Светослава</a:t>
            </a:r>
            <a:r>
              <a:rPr lang="en-US" dirty="0"/>
              <a:t> </a:t>
            </a:r>
            <a:r>
              <a:rPr lang="bg-BG" dirty="0"/>
              <a:t>К</a:t>
            </a:r>
            <a:r>
              <a:rPr lang="en-US" dirty="0" err="1"/>
              <a:t>остова</a:t>
            </a:r>
            <a:r>
              <a:rPr lang="en-US" dirty="0"/>
              <a:t>, </a:t>
            </a:r>
            <a:r>
              <a:rPr lang="en-US" dirty="0" err="1"/>
              <a:t>Милена</a:t>
            </a:r>
            <a:r>
              <a:rPr lang="en-US" dirty="0"/>
              <a:t> </a:t>
            </a:r>
            <a:r>
              <a:rPr lang="en-US" dirty="0" err="1"/>
              <a:t>Стоянова</a:t>
            </a:r>
            <a:r>
              <a:rPr lang="bg-BG"/>
              <a:t>, Борис Савов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950" y="208591"/>
            <a:ext cx="6343650" cy="2215681"/>
          </a:xfrm>
        </p:spPr>
        <p:txBody>
          <a:bodyPr>
            <a:normAutofit/>
          </a:bodyPr>
          <a:lstStyle/>
          <a:p>
            <a:r>
              <a:rPr lang="en-US" dirty="0" err="1"/>
              <a:t>Съдържание</a:t>
            </a:r>
            <a:r>
              <a:rPr lang="en-US" dirty="0"/>
              <a:t>:</a:t>
            </a:r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938713" y="2825543"/>
            <a:ext cx="6338887" cy="301093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Char char="•"/>
            </a:pPr>
            <a:r>
              <a:rPr lang="en-US" sz="2000" dirty="0" err="1"/>
              <a:t>Цели</a:t>
            </a:r>
            <a:endParaRPr lang="en-US" sz="2000" dirty="0"/>
          </a:p>
          <a:p>
            <a:pPr marL="342900" indent="-342900">
              <a:buChar char="•"/>
            </a:pPr>
            <a:r>
              <a:rPr lang="en-US" sz="2000" dirty="0" err="1"/>
              <a:t>Основни</a:t>
            </a:r>
            <a:r>
              <a:rPr lang="en-US" sz="2000" dirty="0"/>
              <a:t> </a:t>
            </a:r>
            <a:r>
              <a:rPr lang="en-US" sz="2000" dirty="0" err="1"/>
              <a:t>етапи</a:t>
            </a:r>
            <a:r>
              <a:rPr lang="en-US" sz="2000" dirty="0"/>
              <a:t> </a:t>
            </a:r>
            <a:r>
              <a:rPr lang="en-US" sz="2000" dirty="0" err="1"/>
              <a:t>при</a:t>
            </a:r>
            <a:r>
              <a:rPr lang="en-US" sz="2000" dirty="0"/>
              <a:t> </a:t>
            </a:r>
            <a:r>
              <a:rPr lang="en-US" sz="2000" dirty="0" err="1"/>
              <a:t>развитие</a:t>
            </a:r>
            <a:endParaRPr lang="en-US" sz="2000" dirty="0"/>
          </a:p>
          <a:p>
            <a:pPr marL="342900" indent="-342900">
              <a:buChar char="•"/>
            </a:pPr>
            <a:r>
              <a:rPr lang="en-US" sz="2000" dirty="0" err="1"/>
              <a:t>Технологии</a:t>
            </a:r>
            <a:endParaRPr lang="en-US" sz="2000" dirty="0"/>
          </a:p>
          <a:p>
            <a:pPr marL="342900" indent="-342900">
              <a:buChar char="•"/>
            </a:pPr>
            <a:r>
              <a:rPr lang="en-US" sz="2000" dirty="0" err="1"/>
              <a:t>Дизайн</a:t>
            </a:r>
            <a:endParaRPr lang="en-US" sz="2000" dirty="0"/>
          </a:p>
          <a:p>
            <a:pPr marL="342900" indent="-342900">
              <a:buChar char="•"/>
            </a:pPr>
            <a:r>
              <a:rPr lang="en-US" sz="2000" dirty="0" err="1"/>
              <a:t>Реализация</a:t>
            </a:r>
          </a:p>
          <a:p>
            <a:pPr marL="342900" indent="-342900">
              <a:buChar char="•"/>
            </a:pPr>
            <a:r>
              <a:rPr lang="en-US" sz="2000" dirty="0" err="1"/>
              <a:t>Заключение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896112"/>
            <a:ext cx="6589150" cy="1988706"/>
          </a:xfrm>
        </p:spPr>
        <p:txBody>
          <a:bodyPr/>
          <a:lstStyle/>
          <a:p>
            <a:r>
              <a:rPr lang="en-US" sz="6900">
                <a:solidFill>
                  <a:srgbClr val="F6F4F1"/>
                </a:solidFill>
                <a:ea typeface="+mj-lt"/>
                <a:cs typeface="+mj-lt"/>
              </a:rPr>
              <a:t>ЦЕЛИ:</a:t>
            </a:r>
            <a:endParaRPr lang="en-US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34FE-ADF0-4BC3-A0A9-447EA9DD096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62000" y="2308319"/>
            <a:ext cx="6586445" cy="3833532"/>
          </a:xfrm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sz="3200" dirty="0" err="1">
                <a:solidFill>
                  <a:srgbClr val="F6F4F1"/>
                </a:solidFill>
              </a:rPr>
              <a:t>WatchLog</a:t>
            </a:r>
            <a:r>
              <a:rPr lang="en-US" sz="3200" dirty="0">
                <a:solidFill>
                  <a:srgbClr val="F6F4F1"/>
                </a:solidFill>
              </a:rPr>
              <a:t> </a:t>
            </a:r>
            <a:r>
              <a:rPr lang="en-US" sz="3200" dirty="0" err="1">
                <a:solidFill>
                  <a:srgbClr val="F6F4F1"/>
                </a:solidFill>
              </a:rPr>
              <a:t>има</a:t>
            </a:r>
            <a:r>
              <a:rPr lang="en-US" sz="3200" dirty="0">
                <a:solidFill>
                  <a:srgbClr val="F6F4F1"/>
                </a:solidFill>
              </a:rPr>
              <a:t> </a:t>
            </a:r>
            <a:r>
              <a:rPr lang="en-US" sz="3200" dirty="0" err="1">
                <a:solidFill>
                  <a:srgbClr val="F6F4F1"/>
                </a:solidFill>
              </a:rPr>
              <a:t>за</a:t>
            </a:r>
            <a:r>
              <a:rPr lang="en-US" sz="3200" dirty="0">
                <a:solidFill>
                  <a:srgbClr val="F6F4F1"/>
                </a:solidFill>
              </a:rPr>
              <a:t> </a:t>
            </a:r>
            <a:r>
              <a:rPr lang="en-US" sz="3200" dirty="0" err="1">
                <a:solidFill>
                  <a:srgbClr val="F6F4F1"/>
                </a:solidFill>
              </a:rPr>
              <a:t>цел</a:t>
            </a:r>
            <a:r>
              <a:rPr lang="en-US" sz="3200" dirty="0">
                <a:solidFill>
                  <a:srgbClr val="F6F4F1"/>
                </a:solidFill>
              </a:rPr>
              <a:t> </a:t>
            </a:r>
            <a:r>
              <a:rPr lang="en-US" sz="3200" dirty="0" err="1">
                <a:solidFill>
                  <a:srgbClr val="F6F4F1"/>
                </a:solidFill>
              </a:rPr>
              <a:t>да</a:t>
            </a:r>
            <a:r>
              <a:rPr lang="en-US" sz="3200" dirty="0">
                <a:solidFill>
                  <a:srgbClr val="F6F4F1"/>
                </a:solidFill>
              </a:rPr>
              <a:t> </a:t>
            </a:r>
            <a:r>
              <a:rPr lang="en-US" sz="3200" dirty="0" err="1">
                <a:solidFill>
                  <a:srgbClr val="F6F4F1"/>
                </a:solidFill>
              </a:rPr>
              <a:t>предостави</a:t>
            </a:r>
            <a:r>
              <a:rPr lang="en-US" sz="3200" dirty="0">
                <a:solidFill>
                  <a:srgbClr val="F6F4F1"/>
                </a:solidFill>
              </a:rPr>
              <a:t> </a:t>
            </a:r>
            <a:r>
              <a:rPr lang="en-US" sz="3200" dirty="0" err="1">
                <a:solidFill>
                  <a:srgbClr val="F6F4F1"/>
                </a:solidFill>
              </a:rPr>
              <a:t>удобна</a:t>
            </a:r>
            <a:r>
              <a:rPr lang="en-US" sz="3200" dirty="0">
                <a:solidFill>
                  <a:srgbClr val="F6F4F1"/>
                </a:solidFill>
              </a:rPr>
              <a:t> и </a:t>
            </a:r>
            <a:r>
              <a:rPr lang="en-US" sz="3200" dirty="0" err="1">
                <a:solidFill>
                  <a:srgbClr val="F6F4F1"/>
                </a:solidFill>
              </a:rPr>
              <a:t>модерна</a:t>
            </a:r>
            <a:r>
              <a:rPr lang="en-US" sz="3200" dirty="0">
                <a:solidFill>
                  <a:srgbClr val="F6F4F1"/>
                </a:solidFill>
              </a:rPr>
              <a:t> </a:t>
            </a:r>
            <a:r>
              <a:rPr lang="en-US" sz="3200" dirty="0" err="1">
                <a:solidFill>
                  <a:srgbClr val="F6F4F1"/>
                </a:solidFill>
              </a:rPr>
              <a:t>онлайн</a:t>
            </a:r>
            <a:r>
              <a:rPr lang="en-US" sz="3200" dirty="0">
                <a:solidFill>
                  <a:srgbClr val="F6F4F1"/>
                </a:solidFill>
              </a:rPr>
              <a:t> </a:t>
            </a:r>
            <a:r>
              <a:rPr lang="en-US" sz="3200" dirty="0" err="1">
                <a:solidFill>
                  <a:srgbClr val="F6F4F1"/>
                </a:solidFill>
              </a:rPr>
              <a:t>платформа</a:t>
            </a:r>
            <a:r>
              <a:rPr lang="en-US" sz="3200" dirty="0">
                <a:solidFill>
                  <a:srgbClr val="F6F4F1"/>
                </a:solidFill>
              </a:rPr>
              <a:t>, </a:t>
            </a:r>
            <a:r>
              <a:rPr lang="en-US" sz="3200" dirty="0" err="1">
                <a:solidFill>
                  <a:srgbClr val="F6F4F1"/>
                </a:solidFill>
              </a:rPr>
              <a:t>чрез</a:t>
            </a:r>
            <a:r>
              <a:rPr lang="en-US" sz="3200" dirty="0">
                <a:solidFill>
                  <a:srgbClr val="F6F4F1"/>
                </a:solidFill>
              </a:rPr>
              <a:t> </a:t>
            </a:r>
            <a:r>
              <a:rPr lang="en-US" sz="3200" dirty="0" err="1">
                <a:solidFill>
                  <a:srgbClr val="F6F4F1"/>
                </a:solidFill>
              </a:rPr>
              <a:t>която</a:t>
            </a:r>
            <a:r>
              <a:rPr lang="en-US" sz="3200" dirty="0">
                <a:solidFill>
                  <a:srgbClr val="F6F4F1"/>
                </a:solidFill>
              </a:rPr>
              <a:t> </a:t>
            </a:r>
            <a:r>
              <a:rPr lang="en-US" sz="3200" dirty="0" err="1">
                <a:solidFill>
                  <a:srgbClr val="F6F4F1"/>
                </a:solidFill>
              </a:rPr>
              <a:t>потребителите</a:t>
            </a:r>
            <a:r>
              <a:rPr lang="en-US" sz="3200" dirty="0">
                <a:solidFill>
                  <a:srgbClr val="F6F4F1"/>
                </a:solidFill>
              </a:rPr>
              <a:t> </a:t>
            </a:r>
            <a:r>
              <a:rPr lang="en-US" sz="3200" dirty="0" err="1">
                <a:solidFill>
                  <a:srgbClr val="F6F4F1"/>
                </a:solidFill>
              </a:rPr>
              <a:t>могат</a:t>
            </a:r>
            <a:r>
              <a:rPr lang="en-US" sz="3200" dirty="0">
                <a:solidFill>
                  <a:srgbClr val="F6F4F1"/>
                </a:solidFill>
              </a:rPr>
              <a:t> </a:t>
            </a:r>
            <a:r>
              <a:rPr lang="en-US" sz="3200" dirty="0" err="1">
                <a:solidFill>
                  <a:srgbClr val="F6F4F1"/>
                </a:solidFill>
              </a:rPr>
              <a:t>лесно</a:t>
            </a:r>
            <a:r>
              <a:rPr lang="en-US" sz="3200" dirty="0">
                <a:solidFill>
                  <a:srgbClr val="F6F4F1"/>
                </a:solidFill>
              </a:rPr>
              <a:t> </a:t>
            </a:r>
            <a:r>
              <a:rPr lang="en-US" sz="3200" dirty="0" err="1">
                <a:solidFill>
                  <a:srgbClr val="F6F4F1"/>
                </a:solidFill>
              </a:rPr>
              <a:t>да</a:t>
            </a:r>
            <a:r>
              <a:rPr lang="en-US" sz="3200" dirty="0">
                <a:solidFill>
                  <a:srgbClr val="F6F4F1"/>
                </a:solidFill>
              </a:rPr>
              <a:t> </a:t>
            </a:r>
            <a:r>
              <a:rPr lang="en-US" sz="3200" dirty="0" err="1">
                <a:solidFill>
                  <a:srgbClr val="F6F4F1"/>
                </a:solidFill>
              </a:rPr>
              <a:t>проследват</a:t>
            </a:r>
            <a:r>
              <a:rPr lang="en-US" sz="3200" dirty="0">
                <a:solidFill>
                  <a:srgbClr val="F6F4F1"/>
                </a:solidFill>
              </a:rPr>
              <a:t> </a:t>
            </a:r>
            <a:r>
              <a:rPr lang="en-US" sz="3200" dirty="0" err="1">
                <a:solidFill>
                  <a:srgbClr val="F6F4F1"/>
                </a:solidFill>
              </a:rPr>
              <a:t>филмите</a:t>
            </a:r>
            <a:r>
              <a:rPr lang="en-US" sz="3200" dirty="0">
                <a:solidFill>
                  <a:srgbClr val="F6F4F1"/>
                </a:solidFill>
              </a:rPr>
              <a:t> и </a:t>
            </a:r>
            <a:r>
              <a:rPr lang="en-US" sz="3200" dirty="0" err="1">
                <a:solidFill>
                  <a:srgbClr val="F6F4F1"/>
                </a:solidFill>
              </a:rPr>
              <a:t>сериалите</a:t>
            </a:r>
            <a:r>
              <a:rPr lang="en-US" sz="3200" dirty="0">
                <a:solidFill>
                  <a:srgbClr val="F6F4F1"/>
                </a:solidFill>
              </a:rPr>
              <a:t> </a:t>
            </a:r>
            <a:r>
              <a:rPr lang="en-US" sz="3200" dirty="0" err="1">
                <a:solidFill>
                  <a:srgbClr val="F6F4F1"/>
                </a:solidFill>
              </a:rPr>
              <a:t>които</a:t>
            </a:r>
            <a:r>
              <a:rPr lang="en-US" sz="3200" dirty="0">
                <a:solidFill>
                  <a:srgbClr val="F6F4F1"/>
                </a:solidFill>
              </a:rPr>
              <a:t> </a:t>
            </a:r>
            <a:r>
              <a:rPr lang="en-US" sz="3200" dirty="0" err="1">
                <a:solidFill>
                  <a:srgbClr val="F6F4F1"/>
                </a:solidFill>
              </a:rPr>
              <a:t>са</a:t>
            </a:r>
            <a:r>
              <a:rPr lang="en-US" sz="3200" dirty="0">
                <a:solidFill>
                  <a:srgbClr val="F6F4F1"/>
                </a:solidFill>
              </a:rPr>
              <a:t> </a:t>
            </a:r>
            <a:r>
              <a:rPr lang="en-US" sz="3200" dirty="0" err="1">
                <a:solidFill>
                  <a:srgbClr val="F6F4F1"/>
                </a:solidFill>
              </a:rPr>
              <a:t>гледали</a:t>
            </a:r>
            <a:r>
              <a:rPr lang="en-US" sz="3200" dirty="0">
                <a:solidFill>
                  <a:srgbClr val="F6F4F1"/>
                </a:solidFill>
              </a:rPr>
              <a:t> </a:t>
            </a:r>
            <a:r>
              <a:rPr lang="en-US" sz="3200" dirty="0" err="1">
                <a:solidFill>
                  <a:srgbClr val="F6F4F1"/>
                </a:solidFill>
              </a:rPr>
              <a:t>или</a:t>
            </a:r>
            <a:r>
              <a:rPr lang="en-US" sz="3200" dirty="0">
                <a:solidFill>
                  <a:srgbClr val="F6F4F1"/>
                </a:solidFill>
              </a:rPr>
              <a:t> </a:t>
            </a:r>
            <a:r>
              <a:rPr lang="en-US" sz="3200" dirty="0" err="1">
                <a:solidFill>
                  <a:srgbClr val="F6F4F1"/>
                </a:solidFill>
              </a:rPr>
              <a:t>гледат</a:t>
            </a:r>
            <a:r>
              <a:rPr lang="en-US" sz="3200" dirty="0">
                <a:solidFill>
                  <a:srgbClr val="F6F4F1"/>
                </a:solidFill>
              </a:rPr>
              <a:t> в </a:t>
            </a:r>
            <a:r>
              <a:rPr lang="en-US" sz="3200" dirty="0" err="1">
                <a:solidFill>
                  <a:srgbClr val="F6F4F1"/>
                </a:solidFill>
              </a:rPr>
              <a:t>момента</a:t>
            </a:r>
            <a:r>
              <a:rPr lang="en-US" sz="3200" dirty="0">
                <a:solidFill>
                  <a:srgbClr val="F6F4F1"/>
                </a:solidFill>
              </a:rPr>
              <a:t>. </a:t>
            </a:r>
            <a:r>
              <a:rPr lang="en-US" sz="3200" dirty="0" err="1">
                <a:solidFill>
                  <a:srgbClr val="F6F4F1"/>
                </a:solidFill>
              </a:rPr>
              <a:t>Сайтът</a:t>
            </a:r>
            <a:r>
              <a:rPr lang="en-US" sz="3200" dirty="0">
                <a:solidFill>
                  <a:srgbClr val="F6F4F1"/>
                </a:solidFill>
              </a:rPr>
              <a:t> </a:t>
            </a:r>
            <a:r>
              <a:rPr lang="en-US" sz="3200" dirty="0" err="1">
                <a:solidFill>
                  <a:srgbClr val="F6F4F1"/>
                </a:solidFill>
              </a:rPr>
              <a:t>цели</a:t>
            </a:r>
            <a:r>
              <a:rPr lang="en-US" sz="3200" dirty="0">
                <a:solidFill>
                  <a:srgbClr val="F6F4F1"/>
                </a:solidFill>
              </a:rPr>
              <a:t> </a:t>
            </a:r>
            <a:r>
              <a:rPr lang="en-US" sz="3200" dirty="0" err="1">
                <a:solidFill>
                  <a:srgbClr val="F6F4F1"/>
                </a:solidFill>
              </a:rPr>
              <a:t>да</a:t>
            </a:r>
            <a:r>
              <a:rPr lang="en-US" sz="3200" dirty="0">
                <a:solidFill>
                  <a:srgbClr val="F6F4F1"/>
                </a:solidFill>
              </a:rPr>
              <a:t> </a:t>
            </a:r>
            <a:r>
              <a:rPr lang="en-US" sz="3200" dirty="0" err="1">
                <a:solidFill>
                  <a:srgbClr val="F6F4F1"/>
                </a:solidFill>
              </a:rPr>
              <a:t>помогне</a:t>
            </a:r>
            <a:r>
              <a:rPr lang="en-US" sz="3200" dirty="0">
                <a:solidFill>
                  <a:srgbClr val="F6F4F1"/>
                </a:solidFill>
              </a:rPr>
              <a:t> </a:t>
            </a:r>
            <a:r>
              <a:rPr lang="en-US" sz="3200" dirty="0" err="1">
                <a:solidFill>
                  <a:srgbClr val="F6F4F1"/>
                </a:solidFill>
              </a:rPr>
              <a:t>на</a:t>
            </a:r>
            <a:r>
              <a:rPr lang="en-US" sz="3200" dirty="0">
                <a:solidFill>
                  <a:srgbClr val="F6F4F1"/>
                </a:solidFill>
              </a:rPr>
              <a:t> </a:t>
            </a:r>
            <a:r>
              <a:rPr lang="en-US" sz="3200" dirty="0" err="1">
                <a:solidFill>
                  <a:srgbClr val="F6F4F1"/>
                </a:solidFill>
              </a:rPr>
              <a:t>хората</a:t>
            </a:r>
            <a:r>
              <a:rPr lang="en-US" sz="3200" dirty="0">
                <a:solidFill>
                  <a:srgbClr val="F6F4F1"/>
                </a:solidFill>
              </a:rPr>
              <a:t> </a:t>
            </a:r>
            <a:r>
              <a:rPr lang="en-US" sz="3200" dirty="0" err="1">
                <a:solidFill>
                  <a:srgbClr val="F6F4F1"/>
                </a:solidFill>
              </a:rPr>
              <a:t>да</a:t>
            </a:r>
            <a:r>
              <a:rPr lang="en-US" sz="3200" dirty="0">
                <a:solidFill>
                  <a:srgbClr val="F6F4F1"/>
                </a:solidFill>
              </a:rPr>
              <a:t> </a:t>
            </a:r>
            <a:r>
              <a:rPr lang="en-US" sz="3200" dirty="0" err="1">
                <a:solidFill>
                  <a:srgbClr val="F6F4F1"/>
                </a:solidFill>
              </a:rPr>
              <a:t>организират</a:t>
            </a:r>
            <a:r>
              <a:rPr lang="en-US" sz="3200" dirty="0">
                <a:solidFill>
                  <a:srgbClr val="F6F4F1"/>
                </a:solidFill>
              </a:rPr>
              <a:t> </a:t>
            </a:r>
            <a:r>
              <a:rPr lang="en-US" sz="3200" dirty="0" err="1">
                <a:solidFill>
                  <a:srgbClr val="F6F4F1"/>
                </a:solidFill>
              </a:rPr>
              <a:t>своето</a:t>
            </a:r>
            <a:r>
              <a:rPr lang="en-US" sz="3200" dirty="0">
                <a:solidFill>
                  <a:srgbClr val="F6F4F1"/>
                </a:solidFill>
              </a:rPr>
              <a:t> </a:t>
            </a:r>
            <a:r>
              <a:rPr lang="en-US" sz="3200" dirty="0" err="1">
                <a:solidFill>
                  <a:srgbClr val="F6F4F1"/>
                </a:solidFill>
              </a:rPr>
              <a:t>развлекателно</a:t>
            </a:r>
            <a:r>
              <a:rPr lang="en-US" sz="3200" dirty="0">
                <a:solidFill>
                  <a:srgbClr val="F6F4F1"/>
                </a:solidFill>
              </a:rPr>
              <a:t> </a:t>
            </a:r>
            <a:r>
              <a:rPr lang="en-US" sz="3200" dirty="0" err="1">
                <a:solidFill>
                  <a:srgbClr val="F6F4F1"/>
                </a:solidFill>
              </a:rPr>
              <a:t>съдържание</a:t>
            </a:r>
            <a:r>
              <a:rPr lang="en-US" sz="3200" dirty="0">
                <a:solidFill>
                  <a:srgbClr val="F6F4F1"/>
                </a:solidFill>
              </a:rPr>
              <a:t>, </a:t>
            </a:r>
            <a:r>
              <a:rPr lang="en-US" sz="3200" dirty="0" err="1">
                <a:solidFill>
                  <a:srgbClr val="F6F4F1"/>
                </a:solidFill>
              </a:rPr>
              <a:t>да</a:t>
            </a:r>
            <a:r>
              <a:rPr lang="en-US" sz="3200" dirty="0">
                <a:solidFill>
                  <a:srgbClr val="F6F4F1"/>
                </a:solidFill>
              </a:rPr>
              <a:t> </a:t>
            </a:r>
            <a:r>
              <a:rPr lang="en-US" sz="3200" dirty="0" err="1">
                <a:solidFill>
                  <a:srgbClr val="F6F4F1"/>
                </a:solidFill>
              </a:rPr>
              <a:t>не</a:t>
            </a:r>
            <a:r>
              <a:rPr lang="en-US" sz="3200" dirty="0">
                <a:solidFill>
                  <a:srgbClr val="F6F4F1"/>
                </a:solidFill>
              </a:rPr>
              <a:t> </a:t>
            </a:r>
            <a:r>
              <a:rPr lang="en-US" sz="3200" dirty="0" err="1">
                <a:solidFill>
                  <a:srgbClr val="F6F4F1"/>
                </a:solidFill>
              </a:rPr>
              <a:t>забравят</a:t>
            </a:r>
            <a:r>
              <a:rPr lang="en-US" sz="3200" dirty="0">
                <a:solidFill>
                  <a:srgbClr val="F6F4F1"/>
                </a:solidFill>
              </a:rPr>
              <a:t> </a:t>
            </a:r>
            <a:r>
              <a:rPr lang="en-US" sz="3200" dirty="0" err="1">
                <a:solidFill>
                  <a:srgbClr val="F6F4F1"/>
                </a:solidFill>
              </a:rPr>
              <a:t>започнати</a:t>
            </a:r>
            <a:r>
              <a:rPr lang="en-US" sz="3200" dirty="0">
                <a:solidFill>
                  <a:srgbClr val="F6F4F1"/>
                </a:solidFill>
              </a:rPr>
              <a:t> </a:t>
            </a:r>
            <a:r>
              <a:rPr lang="en-US" sz="3200" dirty="0" err="1">
                <a:solidFill>
                  <a:srgbClr val="F6F4F1"/>
                </a:solidFill>
              </a:rPr>
              <a:t>сериали</a:t>
            </a:r>
            <a:r>
              <a:rPr lang="en-US" sz="3200" dirty="0">
                <a:solidFill>
                  <a:srgbClr val="F6F4F1"/>
                </a:solidFill>
              </a:rPr>
              <a:t> и </a:t>
            </a:r>
            <a:r>
              <a:rPr lang="en-US" sz="3200" dirty="0" err="1">
                <a:solidFill>
                  <a:srgbClr val="F6F4F1"/>
                </a:solidFill>
              </a:rPr>
              <a:t>да</a:t>
            </a:r>
            <a:r>
              <a:rPr lang="en-US" sz="3200" dirty="0">
                <a:solidFill>
                  <a:srgbClr val="F6F4F1"/>
                </a:solidFill>
              </a:rPr>
              <a:t> </a:t>
            </a:r>
            <a:r>
              <a:rPr lang="en-US" sz="3200" dirty="0" err="1">
                <a:solidFill>
                  <a:srgbClr val="F6F4F1"/>
                </a:solidFill>
              </a:rPr>
              <a:t>откриват</a:t>
            </a:r>
            <a:r>
              <a:rPr lang="en-US" sz="3200" dirty="0">
                <a:solidFill>
                  <a:srgbClr val="F6F4F1"/>
                </a:solidFill>
              </a:rPr>
              <a:t> </a:t>
            </a:r>
            <a:r>
              <a:rPr lang="en-US" sz="3200" dirty="0" err="1">
                <a:solidFill>
                  <a:srgbClr val="F6F4F1"/>
                </a:solidFill>
              </a:rPr>
              <a:t>нови</a:t>
            </a:r>
            <a:r>
              <a:rPr lang="en-US" sz="3200" dirty="0">
                <a:solidFill>
                  <a:srgbClr val="F6F4F1"/>
                </a:solidFill>
              </a:rPr>
              <a:t> </a:t>
            </a:r>
            <a:r>
              <a:rPr lang="en-US" sz="3200" dirty="0" err="1">
                <a:solidFill>
                  <a:srgbClr val="F6F4F1"/>
                </a:solidFill>
              </a:rPr>
              <a:t>заглавия</a:t>
            </a:r>
            <a:r>
              <a:rPr lang="en-US" sz="3200" dirty="0">
                <a:solidFill>
                  <a:srgbClr val="F6F4F1"/>
                </a:solidFill>
              </a:rPr>
              <a:t> </a:t>
            </a:r>
            <a:r>
              <a:rPr lang="en-US" sz="3200" dirty="0" err="1">
                <a:solidFill>
                  <a:srgbClr val="F6F4F1"/>
                </a:solidFill>
              </a:rPr>
              <a:t>според</a:t>
            </a:r>
            <a:r>
              <a:rPr lang="en-US" sz="3200" dirty="0">
                <a:solidFill>
                  <a:srgbClr val="F6F4F1"/>
                </a:solidFill>
              </a:rPr>
              <a:t> </a:t>
            </a:r>
            <a:r>
              <a:rPr lang="en-US" sz="3200" dirty="0" err="1">
                <a:solidFill>
                  <a:srgbClr val="F6F4F1"/>
                </a:solidFill>
              </a:rPr>
              <a:t>своите</a:t>
            </a:r>
            <a:r>
              <a:rPr lang="en-US" sz="3200" dirty="0">
                <a:solidFill>
                  <a:srgbClr val="F6F4F1"/>
                </a:solidFill>
              </a:rPr>
              <a:t> </a:t>
            </a:r>
            <a:r>
              <a:rPr lang="en-US" sz="3200" dirty="0" err="1">
                <a:solidFill>
                  <a:srgbClr val="F6F4F1"/>
                </a:solidFill>
              </a:rPr>
              <a:t>предпочитания</a:t>
            </a:r>
            <a:r>
              <a:rPr lang="en-US" sz="3200" dirty="0">
                <a:solidFill>
                  <a:srgbClr val="F6F4F1"/>
                </a:solidFill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3200" dirty="0" err="1">
                <a:solidFill>
                  <a:srgbClr val="F6F4F1"/>
                </a:solidFill>
              </a:rPr>
              <a:t>Основната</a:t>
            </a:r>
            <a:r>
              <a:rPr lang="en-US" sz="3200" dirty="0">
                <a:solidFill>
                  <a:srgbClr val="F6F4F1"/>
                </a:solidFill>
              </a:rPr>
              <a:t> </a:t>
            </a:r>
            <a:r>
              <a:rPr lang="en-US" sz="3200" dirty="0" err="1">
                <a:solidFill>
                  <a:srgbClr val="F6F4F1"/>
                </a:solidFill>
              </a:rPr>
              <a:t>мисия</a:t>
            </a:r>
            <a:r>
              <a:rPr lang="en-US" sz="3200" dirty="0">
                <a:solidFill>
                  <a:srgbClr val="F6F4F1"/>
                </a:solidFill>
              </a:rPr>
              <a:t> </a:t>
            </a:r>
            <a:r>
              <a:rPr lang="en-US" sz="3200" dirty="0" err="1">
                <a:solidFill>
                  <a:srgbClr val="F6F4F1"/>
                </a:solidFill>
              </a:rPr>
              <a:t>на</a:t>
            </a:r>
            <a:r>
              <a:rPr lang="en-US" sz="3200" dirty="0">
                <a:solidFill>
                  <a:srgbClr val="F6F4F1"/>
                </a:solidFill>
              </a:rPr>
              <a:t> </a:t>
            </a:r>
            <a:r>
              <a:rPr lang="en-US" sz="3200" dirty="0" err="1">
                <a:solidFill>
                  <a:srgbClr val="F6F4F1"/>
                </a:solidFill>
              </a:rPr>
              <a:t>WatchLog</a:t>
            </a:r>
            <a:r>
              <a:rPr lang="en-US" sz="3200" dirty="0">
                <a:solidFill>
                  <a:srgbClr val="F6F4F1"/>
                </a:solidFill>
              </a:rPr>
              <a:t> е </a:t>
            </a:r>
            <a:r>
              <a:rPr lang="en-US" sz="3200" dirty="0" err="1">
                <a:solidFill>
                  <a:srgbClr val="F6F4F1"/>
                </a:solidFill>
              </a:rPr>
              <a:t>да</a:t>
            </a:r>
            <a:r>
              <a:rPr lang="en-US" sz="3200" dirty="0">
                <a:solidFill>
                  <a:srgbClr val="F6F4F1"/>
                </a:solidFill>
              </a:rPr>
              <a:t> </a:t>
            </a:r>
            <a:r>
              <a:rPr lang="en-US" sz="3200" dirty="0" err="1">
                <a:solidFill>
                  <a:srgbClr val="F6F4F1"/>
                </a:solidFill>
              </a:rPr>
              <a:t>направи</a:t>
            </a:r>
            <a:r>
              <a:rPr lang="en-US" sz="3200" dirty="0">
                <a:solidFill>
                  <a:srgbClr val="F6F4F1"/>
                </a:solidFill>
              </a:rPr>
              <a:t> </a:t>
            </a:r>
            <a:r>
              <a:rPr lang="en-US" sz="3200" dirty="0" err="1">
                <a:solidFill>
                  <a:srgbClr val="F6F4F1"/>
                </a:solidFill>
              </a:rPr>
              <a:t>проследяването</a:t>
            </a:r>
            <a:r>
              <a:rPr lang="en-US" sz="3200" dirty="0">
                <a:solidFill>
                  <a:srgbClr val="F6F4F1"/>
                </a:solidFill>
              </a:rPr>
              <a:t> </a:t>
            </a:r>
            <a:r>
              <a:rPr lang="en-US" sz="3200" dirty="0" err="1">
                <a:solidFill>
                  <a:srgbClr val="F6F4F1"/>
                </a:solidFill>
              </a:rPr>
              <a:t>на</a:t>
            </a:r>
            <a:r>
              <a:rPr lang="en-US" sz="3200" dirty="0">
                <a:solidFill>
                  <a:srgbClr val="F6F4F1"/>
                </a:solidFill>
              </a:rPr>
              <a:t> </a:t>
            </a:r>
            <a:r>
              <a:rPr lang="en-US" sz="3200" dirty="0" err="1">
                <a:solidFill>
                  <a:srgbClr val="F6F4F1"/>
                </a:solidFill>
              </a:rPr>
              <a:t>филми</a:t>
            </a:r>
            <a:r>
              <a:rPr lang="en-US" sz="3200" dirty="0">
                <a:solidFill>
                  <a:srgbClr val="F6F4F1"/>
                </a:solidFill>
              </a:rPr>
              <a:t> и </a:t>
            </a:r>
            <a:r>
              <a:rPr lang="en-US" sz="3200" dirty="0" err="1">
                <a:solidFill>
                  <a:srgbClr val="F6F4F1"/>
                </a:solidFill>
              </a:rPr>
              <a:t>сериали</a:t>
            </a:r>
            <a:r>
              <a:rPr lang="en-US" sz="3200" dirty="0">
                <a:solidFill>
                  <a:srgbClr val="F6F4F1"/>
                </a:solidFill>
              </a:rPr>
              <a:t> </a:t>
            </a:r>
            <a:r>
              <a:rPr lang="en-US" sz="3200" dirty="0" err="1">
                <a:solidFill>
                  <a:srgbClr val="F6F4F1"/>
                </a:solidFill>
              </a:rPr>
              <a:t>по-лесно</a:t>
            </a:r>
            <a:r>
              <a:rPr lang="en-US" sz="3200" dirty="0">
                <a:solidFill>
                  <a:srgbClr val="F6F4F1"/>
                </a:solidFill>
              </a:rPr>
              <a:t>, </a:t>
            </a:r>
            <a:r>
              <a:rPr lang="en-US" sz="3200" dirty="0" err="1">
                <a:solidFill>
                  <a:srgbClr val="F6F4F1"/>
                </a:solidFill>
              </a:rPr>
              <a:t>по-интерактивно</a:t>
            </a:r>
            <a:r>
              <a:rPr lang="en-US" sz="3200" dirty="0">
                <a:solidFill>
                  <a:srgbClr val="F6F4F1"/>
                </a:solidFill>
              </a:rPr>
              <a:t> и </a:t>
            </a:r>
            <a:r>
              <a:rPr lang="en-US" sz="3200" dirty="0" err="1">
                <a:solidFill>
                  <a:srgbClr val="F6F4F1"/>
                </a:solidFill>
              </a:rPr>
              <a:t>по-забавно</a:t>
            </a:r>
            <a:r>
              <a:rPr lang="en-US" sz="3200" dirty="0">
                <a:solidFill>
                  <a:srgbClr val="F6F4F1"/>
                </a:solidFill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US" sz="3200" dirty="0">
              <a:solidFill>
                <a:srgbClr val="F6F4F1"/>
              </a:solidFill>
            </a:endParaRPr>
          </a:p>
          <a:p>
            <a:pPr algn="just"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DE7F2-E890-4744-88DD-A75F5E300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500">
                <a:solidFill>
                  <a:srgbClr val="F6F4F1"/>
                </a:solidFill>
                <a:ea typeface="+mj-lt"/>
                <a:cs typeface="+mj-lt"/>
              </a:rPr>
              <a:t>ОСНОВНИ ЕТАПИ ПРИ РАЗРАБОТКАТА</a:t>
            </a:r>
            <a:endParaRPr lang="en-US"/>
          </a:p>
          <a:p>
            <a:endParaRPr lang="en-US" dirty="0"/>
          </a:p>
        </p:txBody>
      </p:sp>
      <p:pic>
        <p:nvPicPr>
          <p:cNvPr id="34" name="Picture Placeholder 33" descr="Aerial view of a neon highway intersection">
            <a:extLst>
              <a:ext uri="{FF2B5EF4-FFF2-40B4-BE49-F238E27FC236}">
                <a16:creationId xmlns:a16="http://schemas.microsoft.com/office/drawing/2014/main" id="{9289CE93-EC50-55DB-CFE0-1266AEC87B1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34309" r="34309"/>
          <a:stretch/>
        </p:blipFill>
        <p:spPr/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1F380-529E-0600-6786-274447D75C61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3693519" y="2651748"/>
            <a:ext cx="7714665" cy="3585540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500" dirty="0">
                <a:ea typeface="+mn-lt"/>
                <a:cs typeface="+mn-lt"/>
              </a:rPr>
              <a:t>1.</a:t>
            </a:r>
            <a:r>
              <a:rPr lang="en-US" sz="2500" b="1" dirty="0">
                <a:solidFill>
                  <a:srgbClr val="F6F4F1"/>
                </a:solidFill>
                <a:ea typeface="+mn-lt"/>
                <a:cs typeface="+mn-lt"/>
              </a:rPr>
              <a:t>Избор </a:t>
            </a:r>
            <a:r>
              <a:rPr lang="en-US" sz="2500" b="1" dirty="0" err="1">
                <a:solidFill>
                  <a:srgbClr val="F6F4F1"/>
                </a:solidFill>
                <a:ea typeface="+mn-lt"/>
                <a:cs typeface="+mn-lt"/>
              </a:rPr>
              <a:t>на</a:t>
            </a:r>
            <a:r>
              <a:rPr lang="en-US" sz="2500" b="1" dirty="0">
                <a:solidFill>
                  <a:srgbClr val="F6F4F1"/>
                </a:solidFill>
                <a:ea typeface="+mn-lt"/>
                <a:cs typeface="+mn-lt"/>
              </a:rPr>
              <a:t> </a:t>
            </a:r>
            <a:r>
              <a:rPr lang="en-US" sz="2500" b="1" dirty="0" err="1">
                <a:solidFill>
                  <a:srgbClr val="F6F4F1"/>
                </a:solidFill>
                <a:ea typeface="+mn-lt"/>
                <a:cs typeface="+mn-lt"/>
              </a:rPr>
              <a:t>тема</a:t>
            </a:r>
            <a:endParaRPr lang="en-US" dirty="0" err="1"/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500" dirty="0">
                <a:ea typeface="+mn-lt"/>
                <a:cs typeface="+mn-lt"/>
              </a:rPr>
              <a:t>2.</a:t>
            </a:r>
            <a:r>
              <a:rPr lang="en-US" sz="2500" b="1" dirty="0">
                <a:solidFill>
                  <a:srgbClr val="F6F4F1"/>
                </a:solidFill>
                <a:ea typeface="+mn-lt"/>
                <a:cs typeface="+mn-lt"/>
              </a:rPr>
              <a:t>Дефиниране </a:t>
            </a:r>
            <a:r>
              <a:rPr lang="en-US" sz="2500" b="1" dirty="0" err="1">
                <a:solidFill>
                  <a:srgbClr val="F6F4F1"/>
                </a:solidFill>
                <a:ea typeface="+mn-lt"/>
                <a:cs typeface="+mn-lt"/>
              </a:rPr>
              <a:t>на</a:t>
            </a:r>
            <a:r>
              <a:rPr lang="en-US" sz="2500" b="1" dirty="0">
                <a:solidFill>
                  <a:srgbClr val="F6F4F1"/>
                </a:solidFill>
                <a:ea typeface="+mn-lt"/>
                <a:cs typeface="+mn-lt"/>
              </a:rPr>
              <a:t> </a:t>
            </a:r>
            <a:r>
              <a:rPr lang="en-US" sz="2500" b="1" dirty="0" err="1">
                <a:solidFill>
                  <a:srgbClr val="F6F4F1"/>
                </a:solidFill>
                <a:ea typeface="+mn-lt"/>
                <a:cs typeface="+mn-lt"/>
              </a:rPr>
              <a:t>структурата</a:t>
            </a:r>
            <a:r>
              <a:rPr lang="en-US" sz="2500" b="1" dirty="0">
                <a:solidFill>
                  <a:srgbClr val="F6F4F1"/>
                </a:solidFill>
                <a:ea typeface="+mn-lt"/>
                <a:cs typeface="+mn-lt"/>
              </a:rPr>
              <a:t> </a:t>
            </a:r>
            <a:r>
              <a:rPr lang="en-US" sz="2500" b="1" dirty="0" err="1">
                <a:solidFill>
                  <a:srgbClr val="F6F4F1"/>
                </a:solidFill>
                <a:ea typeface="+mn-lt"/>
                <a:cs typeface="+mn-lt"/>
              </a:rPr>
              <a:t>на</a:t>
            </a:r>
            <a:r>
              <a:rPr lang="en-US" sz="2500" b="1" dirty="0">
                <a:solidFill>
                  <a:srgbClr val="F6F4F1"/>
                </a:solidFill>
                <a:ea typeface="+mn-lt"/>
                <a:cs typeface="+mn-lt"/>
              </a:rPr>
              <a:t> </a:t>
            </a:r>
            <a:r>
              <a:rPr lang="en-US" sz="2500" b="1" dirty="0" err="1">
                <a:solidFill>
                  <a:srgbClr val="F6F4F1"/>
                </a:solidFill>
                <a:ea typeface="+mn-lt"/>
                <a:cs typeface="+mn-lt"/>
              </a:rPr>
              <a:t>софтуера</a:t>
            </a:r>
            <a:r>
              <a:rPr lang="en-US" sz="2500" b="1" dirty="0">
                <a:solidFill>
                  <a:srgbClr val="F6F4F1"/>
                </a:solidFill>
                <a:ea typeface="+mn-lt"/>
                <a:cs typeface="+mn-lt"/>
              </a:rPr>
              <a:t>:</a:t>
            </a: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sz="2500" dirty="0" err="1">
                <a:solidFill>
                  <a:srgbClr val="F6F4F1"/>
                </a:solidFill>
                <a:ea typeface="+mn-lt"/>
                <a:cs typeface="+mn-lt"/>
              </a:rPr>
              <a:t>дефинирахме</a:t>
            </a:r>
            <a:r>
              <a:rPr lang="en-US" sz="2500" dirty="0">
                <a:solidFill>
                  <a:srgbClr val="F6F4F1"/>
                </a:solidFill>
                <a:ea typeface="+mn-lt"/>
                <a:cs typeface="+mn-lt"/>
              </a:rPr>
              <a:t> </a:t>
            </a:r>
            <a:r>
              <a:rPr lang="en-US" sz="2500" dirty="0" err="1">
                <a:solidFill>
                  <a:srgbClr val="F6F4F1"/>
                </a:solidFill>
                <a:ea typeface="+mn-lt"/>
                <a:cs typeface="+mn-lt"/>
              </a:rPr>
              <a:t>струтурата</a:t>
            </a:r>
            <a:r>
              <a:rPr lang="en-US" sz="2500" dirty="0">
                <a:solidFill>
                  <a:srgbClr val="F6F4F1"/>
                </a:solidFill>
                <a:ea typeface="+mn-lt"/>
                <a:cs typeface="+mn-lt"/>
              </a:rPr>
              <a:t> </a:t>
            </a:r>
            <a:r>
              <a:rPr lang="en-US" sz="2500" dirty="0" err="1">
                <a:solidFill>
                  <a:srgbClr val="F6F4F1"/>
                </a:solidFill>
                <a:ea typeface="+mn-lt"/>
                <a:cs typeface="+mn-lt"/>
              </a:rPr>
              <a:t>на</a:t>
            </a:r>
            <a:r>
              <a:rPr lang="en-US" sz="2500" dirty="0">
                <a:solidFill>
                  <a:srgbClr val="F6F4F1"/>
                </a:solidFill>
                <a:ea typeface="+mn-lt"/>
                <a:cs typeface="+mn-lt"/>
              </a:rPr>
              <a:t> </a:t>
            </a:r>
            <a:r>
              <a:rPr lang="en-US" sz="2500" dirty="0" err="1">
                <a:solidFill>
                  <a:srgbClr val="F6F4F1"/>
                </a:solidFill>
                <a:ea typeface="+mn-lt"/>
                <a:cs typeface="+mn-lt"/>
              </a:rPr>
              <a:t>софтуера</a:t>
            </a:r>
            <a:r>
              <a:rPr lang="en-US" sz="2500" dirty="0">
                <a:solidFill>
                  <a:srgbClr val="F6F4F1"/>
                </a:solidFill>
                <a:ea typeface="+mn-lt"/>
                <a:cs typeface="+mn-lt"/>
              </a:rPr>
              <a:t>, </a:t>
            </a:r>
            <a:r>
              <a:rPr lang="en-US" sz="2500" dirty="0" err="1">
                <a:solidFill>
                  <a:srgbClr val="F6F4F1"/>
                </a:solidFill>
                <a:ea typeface="+mn-lt"/>
                <a:cs typeface="+mn-lt"/>
              </a:rPr>
              <a:t>включително</a:t>
            </a:r>
            <a:r>
              <a:rPr lang="en-US" sz="2500" dirty="0">
                <a:solidFill>
                  <a:srgbClr val="F6F4F1"/>
                </a:solidFill>
                <a:ea typeface="+mn-lt"/>
                <a:cs typeface="+mn-lt"/>
              </a:rPr>
              <a:t> </a:t>
            </a:r>
            <a:r>
              <a:rPr lang="en-US" sz="2500" dirty="0" err="1">
                <a:solidFill>
                  <a:srgbClr val="F6F4F1"/>
                </a:solidFill>
                <a:ea typeface="+mn-lt"/>
                <a:cs typeface="+mn-lt"/>
              </a:rPr>
              <a:t>характеристиките</a:t>
            </a:r>
            <a:r>
              <a:rPr lang="en-US" sz="2500" dirty="0">
                <a:solidFill>
                  <a:srgbClr val="F6F4F1"/>
                </a:solidFill>
                <a:ea typeface="+mn-lt"/>
                <a:cs typeface="+mn-lt"/>
              </a:rPr>
              <a:t>, </a:t>
            </a:r>
            <a:r>
              <a:rPr lang="en-US" sz="2500" dirty="0" err="1">
                <a:solidFill>
                  <a:srgbClr val="F6F4F1"/>
                </a:solidFill>
                <a:ea typeface="+mn-lt"/>
                <a:cs typeface="+mn-lt"/>
              </a:rPr>
              <a:t>функциите</a:t>
            </a:r>
            <a:r>
              <a:rPr lang="en-US" sz="2500" dirty="0">
                <a:solidFill>
                  <a:srgbClr val="F6F4F1"/>
                </a:solidFill>
                <a:ea typeface="+mn-lt"/>
                <a:cs typeface="+mn-lt"/>
              </a:rPr>
              <a:t> и </a:t>
            </a:r>
            <a:r>
              <a:rPr lang="en-US" sz="2500" dirty="0" err="1">
                <a:solidFill>
                  <a:srgbClr val="F6F4F1"/>
                </a:solidFill>
                <a:ea typeface="+mn-lt"/>
                <a:cs typeface="+mn-lt"/>
              </a:rPr>
              <a:t>модулите</a:t>
            </a:r>
            <a:r>
              <a:rPr lang="en-US" sz="2500" dirty="0">
                <a:solidFill>
                  <a:srgbClr val="F6F4F1"/>
                </a:solidFill>
                <a:ea typeface="+mn-lt"/>
                <a:cs typeface="+mn-lt"/>
              </a:rPr>
              <a:t>, </a:t>
            </a:r>
            <a:r>
              <a:rPr lang="en-US" sz="2500" dirty="0" err="1">
                <a:solidFill>
                  <a:srgbClr val="F6F4F1"/>
                </a:solidFill>
                <a:ea typeface="+mn-lt"/>
                <a:cs typeface="+mn-lt"/>
              </a:rPr>
              <a:t>които</a:t>
            </a:r>
            <a:r>
              <a:rPr lang="en-US" sz="2500" dirty="0">
                <a:solidFill>
                  <a:srgbClr val="F6F4F1"/>
                </a:solidFill>
                <a:ea typeface="+mn-lt"/>
                <a:cs typeface="+mn-lt"/>
              </a:rPr>
              <a:t> </a:t>
            </a:r>
            <a:r>
              <a:rPr lang="en-US" sz="2500" dirty="0" err="1">
                <a:solidFill>
                  <a:srgbClr val="F6F4F1"/>
                </a:solidFill>
                <a:ea typeface="+mn-lt"/>
                <a:cs typeface="+mn-lt"/>
              </a:rPr>
              <a:t>ще</a:t>
            </a:r>
            <a:r>
              <a:rPr lang="en-US" sz="2500" dirty="0">
                <a:solidFill>
                  <a:srgbClr val="F6F4F1"/>
                </a:solidFill>
                <a:ea typeface="+mn-lt"/>
                <a:cs typeface="+mn-lt"/>
              </a:rPr>
              <a:t> </a:t>
            </a:r>
            <a:r>
              <a:rPr lang="en-US" sz="2500" dirty="0" err="1">
                <a:solidFill>
                  <a:srgbClr val="F6F4F1"/>
                </a:solidFill>
                <a:ea typeface="+mn-lt"/>
                <a:cs typeface="+mn-lt"/>
              </a:rPr>
              <a:t>включва</a:t>
            </a:r>
            <a:r>
              <a:rPr lang="en-US" sz="2500" dirty="0">
                <a:solidFill>
                  <a:srgbClr val="F6F4F1"/>
                </a:solidFill>
                <a:ea typeface="+mn-lt"/>
                <a:cs typeface="+mn-lt"/>
              </a:rPr>
              <a:t>.</a:t>
            </a: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bg-BG" sz="2500" dirty="0">
                <a:ea typeface="+mn-lt"/>
                <a:cs typeface="+mn-lt"/>
              </a:rPr>
              <a:t>3</a:t>
            </a:r>
            <a:r>
              <a:rPr lang="en-US" sz="2500" dirty="0">
                <a:ea typeface="+mn-lt"/>
                <a:cs typeface="+mn-lt"/>
              </a:rPr>
              <a:t>.</a:t>
            </a:r>
            <a:r>
              <a:rPr lang="en-US" sz="2500" b="1" dirty="0" err="1">
                <a:solidFill>
                  <a:srgbClr val="F6F4F1"/>
                </a:solidFill>
                <a:ea typeface="+mn-lt"/>
                <a:cs typeface="+mn-lt"/>
              </a:rPr>
              <a:t>Разработване</a:t>
            </a:r>
            <a:r>
              <a:rPr lang="en-US" sz="2500" b="1" dirty="0">
                <a:solidFill>
                  <a:srgbClr val="F6F4F1"/>
                </a:solidFill>
                <a:ea typeface="+mn-lt"/>
                <a:cs typeface="+mn-lt"/>
              </a:rPr>
              <a:t> </a:t>
            </a:r>
            <a:r>
              <a:rPr lang="en-US" sz="2500" b="1" dirty="0" err="1">
                <a:solidFill>
                  <a:srgbClr val="F6F4F1"/>
                </a:solidFill>
                <a:ea typeface="+mn-lt"/>
                <a:cs typeface="+mn-lt"/>
              </a:rPr>
              <a:t>на</a:t>
            </a:r>
            <a:r>
              <a:rPr lang="en-US" sz="2500" b="1" dirty="0">
                <a:solidFill>
                  <a:srgbClr val="F6F4F1"/>
                </a:solidFill>
                <a:ea typeface="+mn-lt"/>
                <a:cs typeface="+mn-lt"/>
              </a:rPr>
              <a:t> </a:t>
            </a:r>
            <a:r>
              <a:rPr lang="en-US" sz="2500" b="1" dirty="0" err="1">
                <a:solidFill>
                  <a:srgbClr val="F6F4F1"/>
                </a:solidFill>
                <a:ea typeface="+mn-lt"/>
                <a:cs typeface="+mn-lt"/>
              </a:rPr>
              <a:t>дизайн</a:t>
            </a:r>
            <a:r>
              <a:rPr lang="en-US" sz="2500" b="1" dirty="0">
                <a:solidFill>
                  <a:srgbClr val="F6F4F1"/>
                </a:solidFill>
                <a:ea typeface="+mn-lt"/>
                <a:cs typeface="+mn-lt"/>
              </a:rPr>
              <a:t> и </a:t>
            </a:r>
            <a:r>
              <a:rPr lang="en-US" sz="2500" b="1" dirty="0" err="1">
                <a:solidFill>
                  <a:srgbClr val="F6F4F1"/>
                </a:solidFill>
                <a:ea typeface="+mn-lt"/>
                <a:cs typeface="+mn-lt"/>
              </a:rPr>
              <a:t>изображения</a:t>
            </a:r>
            <a:r>
              <a:rPr lang="en-US" sz="2500" b="1" dirty="0">
                <a:solidFill>
                  <a:srgbClr val="F6F4F1"/>
                </a:solidFill>
                <a:ea typeface="+mn-lt"/>
                <a:cs typeface="+mn-lt"/>
              </a:rPr>
              <a:t> </a:t>
            </a: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sz="2500" dirty="0" err="1">
                <a:solidFill>
                  <a:srgbClr val="F6F4F1"/>
                </a:solidFill>
                <a:ea typeface="+mn-lt"/>
                <a:cs typeface="+mn-lt"/>
              </a:rPr>
              <a:t>Разработихме</a:t>
            </a:r>
            <a:r>
              <a:rPr lang="en-US" sz="2500" dirty="0">
                <a:solidFill>
                  <a:srgbClr val="F6F4F1"/>
                </a:solidFill>
                <a:ea typeface="+mn-lt"/>
                <a:cs typeface="+mn-lt"/>
              </a:rPr>
              <a:t> </a:t>
            </a:r>
            <a:r>
              <a:rPr lang="en-US" sz="2500" dirty="0" err="1">
                <a:solidFill>
                  <a:srgbClr val="F6F4F1"/>
                </a:solidFill>
                <a:ea typeface="+mn-lt"/>
                <a:cs typeface="+mn-lt"/>
              </a:rPr>
              <a:t>дизайна</a:t>
            </a:r>
            <a:r>
              <a:rPr lang="en-US" sz="2500" dirty="0">
                <a:solidFill>
                  <a:srgbClr val="F6F4F1"/>
                </a:solidFill>
                <a:ea typeface="+mn-lt"/>
                <a:cs typeface="+mn-lt"/>
              </a:rPr>
              <a:t> и </a:t>
            </a:r>
            <a:r>
              <a:rPr lang="en-US" sz="2500" dirty="0" err="1">
                <a:solidFill>
                  <a:srgbClr val="F6F4F1"/>
                </a:solidFill>
                <a:ea typeface="+mn-lt"/>
                <a:cs typeface="+mn-lt"/>
              </a:rPr>
              <a:t>изображенията</a:t>
            </a:r>
            <a:r>
              <a:rPr lang="en-US" sz="2500" dirty="0">
                <a:solidFill>
                  <a:srgbClr val="F6F4F1"/>
                </a:solidFill>
                <a:ea typeface="+mn-lt"/>
                <a:cs typeface="+mn-lt"/>
              </a:rPr>
              <a:t> </a:t>
            </a:r>
            <a:r>
              <a:rPr lang="en-US" sz="2500" dirty="0" err="1">
                <a:solidFill>
                  <a:srgbClr val="F6F4F1"/>
                </a:solidFill>
                <a:ea typeface="+mn-lt"/>
                <a:cs typeface="+mn-lt"/>
              </a:rPr>
              <a:t>за</a:t>
            </a:r>
            <a:r>
              <a:rPr lang="en-US" sz="2500" dirty="0">
                <a:solidFill>
                  <a:srgbClr val="F6F4F1"/>
                </a:solidFill>
                <a:ea typeface="+mn-lt"/>
                <a:cs typeface="+mn-lt"/>
              </a:rPr>
              <a:t> </a:t>
            </a:r>
            <a:r>
              <a:rPr lang="en-US" sz="2500" dirty="0" err="1">
                <a:solidFill>
                  <a:srgbClr val="F6F4F1"/>
                </a:solidFill>
                <a:ea typeface="+mn-lt"/>
                <a:cs typeface="+mn-lt"/>
              </a:rPr>
              <a:t>софтуера</a:t>
            </a:r>
            <a:r>
              <a:rPr lang="en-US" sz="2500" dirty="0">
                <a:solidFill>
                  <a:srgbClr val="F6F4F1"/>
                </a:solidFill>
                <a:ea typeface="+mn-lt"/>
                <a:cs typeface="+mn-lt"/>
              </a:rPr>
              <a:t>, </a:t>
            </a:r>
            <a:r>
              <a:rPr lang="en-US" sz="2500" dirty="0" err="1">
                <a:solidFill>
                  <a:srgbClr val="F6F4F1"/>
                </a:solidFill>
                <a:ea typeface="+mn-lt"/>
                <a:cs typeface="+mn-lt"/>
              </a:rPr>
              <a:t>като</a:t>
            </a:r>
            <a:r>
              <a:rPr lang="en-US" sz="2500" dirty="0">
                <a:solidFill>
                  <a:srgbClr val="F6F4F1"/>
                </a:solidFill>
                <a:ea typeface="+mn-lt"/>
                <a:cs typeface="+mn-lt"/>
              </a:rPr>
              <a:t> </a:t>
            </a:r>
            <a:r>
              <a:rPr lang="en-US" sz="2500" dirty="0" err="1">
                <a:solidFill>
                  <a:srgbClr val="F6F4F1"/>
                </a:solidFill>
                <a:ea typeface="+mn-lt"/>
                <a:cs typeface="+mn-lt"/>
              </a:rPr>
              <a:t>създадохме</a:t>
            </a:r>
            <a:r>
              <a:rPr lang="en-US" sz="2500" dirty="0">
                <a:solidFill>
                  <a:srgbClr val="F6F4F1"/>
                </a:solidFill>
                <a:ea typeface="+mn-lt"/>
                <a:cs typeface="+mn-lt"/>
              </a:rPr>
              <a:t> </a:t>
            </a:r>
            <a:r>
              <a:rPr lang="en-US" sz="2500" dirty="0" err="1">
                <a:solidFill>
                  <a:srgbClr val="F6F4F1"/>
                </a:solidFill>
                <a:ea typeface="+mn-lt"/>
                <a:cs typeface="+mn-lt"/>
              </a:rPr>
              <a:t>визуално</a:t>
            </a:r>
            <a:r>
              <a:rPr lang="en-US" sz="2500" dirty="0">
                <a:solidFill>
                  <a:srgbClr val="F6F4F1"/>
                </a:solidFill>
                <a:ea typeface="+mn-lt"/>
                <a:cs typeface="+mn-lt"/>
              </a:rPr>
              <a:t> </a:t>
            </a:r>
            <a:r>
              <a:rPr lang="en-US" sz="2500" dirty="0" err="1">
                <a:solidFill>
                  <a:srgbClr val="F6F4F1"/>
                </a:solidFill>
                <a:ea typeface="+mn-lt"/>
                <a:cs typeface="+mn-lt"/>
              </a:rPr>
              <a:t>привлекателен</a:t>
            </a:r>
            <a:r>
              <a:rPr lang="en-US" sz="2500" dirty="0">
                <a:solidFill>
                  <a:srgbClr val="F6F4F1"/>
                </a:solidFill>
                <a:ea typeface="+mn-lt"/>
                <a:cs typeface="+mn-lt"/>
              </a:rPr>
              <a:t> </a:t>
            </a:r>
            <a:r>
              <a:rPr lang="en-US" sz="2500" dirty="0" err="1">
                <a:solidFill>
                  <a:srgbClr val="F6F4F1"/>
                </a:solidFill>
                <a:ea typeface="+mn-lt"/>
                <a:cs typeface="+mn-lt"/>
              </a:rPr>
              <a:t>интерфейс</a:t>
            </a:r>
            <a:r>
              <a:rPr lang="en-US" sz="2500" dirty="0">
                <a:solidFill>
                  <a:srgbClr val="F6F4F1"/>
                </a:solidFill>
                <a:ea typeface="+mn-lt"/>
                <a:cs typeface="+mn-lt"/>
              </a:rPr>
              <a:t> с </a:t>
            </a:r>
            <a:r>
              <a:rPr lang="en-US" sz="2500" dirty="0" err="1">
                <a:solidFill>
                  <a:srgbClr val="F6F4F1"/>
                </a:solidFill>
                <a:ea typeface="+mn-lt"/>
                <a:cs typeface="+mn-lt"/>
              </a:rPr>
              <a:t>подходящи</a:t>
            </a:r>
            <a:r>
              <a:rPr lang="en-US" sz="2500" dirty="0">
                <a:solidFill>
                  <a:srgbClr val="F6F4F1"/>
                </a:solidFill>
                <a:ea typeface="+mn-lt"/>
                <a:cs typeface="+mn-lt"/>
              </a:rPr>
              <a:t> </a:t>
            </a:r>
            <a:r>
              <a:rPr lang="en-US" sz="2500" dirty="0" err="1">
                <a:solidFill>
                  <a:srgbClr val="F6F4F1"/>
                </a:solidFill>
                <a:ea typeface="+mn-lt"/>
                <a:cs typeface="+mn-lt"/>
              </a:rPr>
              <a:t>графики</a:t>
            </a:r>
            <a:r>
              <a:rPr lang="en-US" sz="2500" dirty="0">
                <a:solidFill>
                  <a:srgbClr val="F6F4F1"/>
                </a:solidFill>
                <a:ea typeface="+mn-lt"/>
                <a:cs typeface="+mn-lt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789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500" dirty="0">
                <a:solidFill>
                  <a:schemeClr val="accent2"/>
                </a:solidFill>
                <a:ea typeface="+mj-lt"/>
                <a:cs typeface="+mj-lt"/>
              </a:rPr>
              <a:t>ОСНОВНИ ЕТАПИ ПРИ РАЗРАБОТКАТА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24433" y="2712610"/>
            <a:ext cx="7882087" cy="3547661"/>
          </a:xfrm>
        </p:spPr>
        <p:txBody>
          <a:bodyPr vert="horz" lIns="91440" tIns="45720" rIns="91440" bIns="45720" rtlCol="0" anchor="ctr">
            <a:normAutofit fontScale="550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sz="3200" b="1" dirty="0" err="1">
                <a:solidFill>
                  <a:schemeClr val="accent2"/>
                </a:solidFill>
                <a:ea typeface="+mn-lt"/>
                <a:cs typeface="+mn-lt"/>
              </a:rPr>
              <a:t>Тестване</a:t>
            </a:r>
            <a:r>
              <a:rPr lang="en-US" sz="3200" b="1" dirty="0">
                <a:solidFill>
                  <a:schemeClr val="accent2"/>
                </a:solidFill>
                <a:ea typeface="+mn-lt"/>
                <a:cs typeface="+mn-lt"/>
              </a:rPr>
              <a:t>:</a:t>
            </a:r>
            <a:endParaRPr lang="en-US" sz="2600" b="1" dirty="0">
              <a:solidFill>
                <a:schemeClr val="accent2"/>
              </a:solidFill>
            </a:endParaRPr>
          </a:p>
          <a:p>
            <a:pPr marL="342900" indent="-342900" algn="just">
              <a:lnSpc>
                <a:spcPct val="150000"/>
              </a:lnSpc>
              <a:buChar char="•"/>
            </a:pPr>
            <a:r>
              <a:rPr lang="en-US" sz="3200" b="1" dirty="0" err="1">
                <a:solidFill>
                  <a:schemeClr val="accent2"/>
                </a:solidFill>
                <a:ea typeface="+mn-lt"/>
                <a:cs typeface="+mn-lt"/>
              </a:rPr>
              <a:t>След</a:t>
            </a:r>
            <a:r>
              <a:rPr lang="en-US" sz="3200" b="1" dirty="0">
                <a:solidFill>
                  <a:schemeClr val="accent2"/>
                </a:solidFill>
                <a:ea typeface="+mn-lt"/>
                <a:cs typeface="+mn-lt"/>
              </a:rPr>
              <a:t> </a:t>
            </a:r>
            <a:r>
              <a:rPr lang="en-US" sz="3200" b="1" dirty="0" err="1">
                <a:solidFill>
                  <a:schemeClr val="accent2"/>
                </a:solidFill>
                <a:ea typeface="+mn-lt"/>
                <a:cs typeface="+mn-lt"/>
              </a:rPr>
              <a:t>като</a:t>
            </a:r>
            <a:r>
              <a:rPr lang="en-US" sz="3200" b="1" dirty="0">
                <a:solidFill>
                  <a:schemeClr val="accent2"/>
                </a:solidFill>
                <a:ea typeface="+mn-lt"/>
                <a:cs typeface="+mn-lt"/>
              </a:rPr>
              <a:t> </a:t>
            </a:r>
            <a:r>
              <a:rPr lang="en-US" sz="3200" b="1" dirty="0" err="1">
                <a:solidFill>
                  <a:schemeClr val="accent2"/>
                </a:solidFill>
                <a:ea typeface="+mn-lt"/>
                <a:cs typeface="+mn-lt"/>
              </a:rPr>
              <a:t>софтуерът</a:t>
            </a:r>
            <a:r>
              <a:rPr lang="en-US" sz="3200" b="1" dirty="0">
                <a:solidFill>
                  <a:schemeClr val="accent2"/>
                </a:solidFill>
                <a:ea typeface="+mn-lt"/>
                <a:cs typeface="+mn-lt"/>
              </a:rPr>
              <a:t> </a:t>
            </a:r>
            <a:r>
              <a:rPr lang="en-US" sz="3200" b="1" dirty="0" err="1">
                <a:solidFill>
                  <a:schemeClr val="accent2"/>
                </a:solidFill>
                <a:ea typeface="+mn-lt"/>
                <a:cs typeface="+mn-lt"/>
              </a:rPr>
              <a:t>беше</a:t>
            </a:r>
            <a:r>
              <a:rPr lang="en-US" sz="3200" b="1" dirty="0">
                <a:solidFill>
                  <a:schemeClr val="accent2"/>
                </a:solidFill>
                <a:ea typeface="+mn-lt"/>
                <a:cs typeface="+mn-lt"/>
              </a:rPr>
              <a:t> </a:t>
            </a:r>
            <a:r>
              <a:rPr lang="en-US" sz="3200" b="1" dirty="0" err="1">
                <a:solidFill>
                  <a:schemeClr val="accent2"/>
                </a:solidFill>
                <a:ea typeface="+mn-lt"/>
                <a:cs typeface="+mn-lt"/>
              </a:rPr>
              <a:t>разработен</a:t>
            </a:r>
            <a:r>
              <a:rPr lang="en-US" sz="3200" b="1" dirty="0">
                <a:solidFill>
                  <a:schemeClr val="accent2"/>
                </a:solidFill>
                <a:ea typeface="+mn-lt"/>
                <a:cs typeface="+mn-lt"/>
              </a:rPr>
              <a:t>, </a:t>
            </a:r>
            <a:r>
              <a:rPr lang="en-US" sz="3200" b="1" dirty="0" err="1">
                <a:solidFill>
                  <a:schemeClr val="accent2"/>
                </a:solidFill>
                <a:ea typeface="+mn-lt"/>
                <a:cs typeface="+mn-lt"/>
              </a:rPr>
              <a:t>беше</a:t>
            </a:r>
            <a:r>
              <a:rPr lang="en-US" sz="3200" b="1" dirty="0">
                <a:solidFill>
                  <a:schemeClr val="accent2"/>
                </a:solidFill>
                <a:ea typeface="+mn-lt"/>
                <a:cs typeface="+mn-lt"/>
              </a:rPr>
              <a:t> </a:t>
            </a:r>
            <a:r>
              <a:rPr lang="en-US" sz="3200" b="1" dirty="0" err="1">
                <a:solidFill>
                  <a:schemeClr val="accent2"/>
                </a:solidFill>
                <a:ea typeface="+mn-lt"/>
                <a:cs typeface="+mn-lt"/>
              </a:rPr>
              <a:t>тестван</a:t>
            </a:r>
            <a:r>
              <a:rPr lang="en-US" sz="3200" b="1" dirty="0">
                <a:solidFill>
                  <a:schemeClr val="accent2"/>
                </a:solidFill>
                <a:ea typeface="+mn-lt"/>
                <a:cs typeface="+mn-lt"/>
              </a:rPr>
              <a:t>. </a:t>
            </a:r>
            <a:r>
              <a:rPr lang="en-US" sz="3200" b="1" dirty="0" err="1">
                <a:solidFill>
                  <a:schemeClr val="accent2"/>
                </a:solidFill>
                <a:ea typeface="+mn-lt"/>
                <a:cs typeface="+mn-lt"/>
              </a:rPr>
              <a:t>Това</a:t>
            </a:r>
            <a:r>
              <a:rPr lang="en-US" sz="3200" b="1" dirty="0">
                <a:solidFill>
                  <a:schemeClr val="accent2"/>
                </a:solidFill>
                <a:ea typeface="+mn-lt"/>
                <a:cs typeface="+mn-lt"/>
              </a:rPr>
              <a:t> </a:t>
            </a:r>
            <a:r>
              <a:rPr lang="bg-BG" sz="3200" b="1" dirty="0">
                <a:solidFill>
                  <a:schemeClr val="accent2"/>
                </a:solidFill>
                <a:ea typeface="+mn-lt"/>
                <a:cs typeface="+mn-lt"/>
              </a:rPr>
              <a:t>в</a:t>
            </a:r>
            <a:r>
              <a:rPr lang="en-US" sz="3200" b="1" dirty="0" err="1">
                <a:solidFill>
                  <a:schemeClr val="accent2"/>
                </a:solidFill>
                <a:ea typeface="+mn-lt"/>
                <a:cs typeface="+mn-lt"/>
              </a:rPr>
              <a:t>лючва</a:t>
            </a:r>
            <a:r>
              <a:rPr lang="en-US" sz="3200" b="1" dirty="0">
                <a:solidFill>
                  <a:schemeClr val="accent2"/>
                </a:solidFill>
                <a:ea typeface="+mn-lt"/>
                <a:cs typeface="+mn-lt"/>
              </a:rPr>
              <a:t> </a:t>
            </a:r>
            <a:r>
              <a:rPr lang="en-US" sz="3200" b="1" dirty="0" err="1">
                <a:solidFill>
                  <a:schemeClr val="accent2"/>
                </a:solidFill>
                <a:ea typeface="+mn-lt"/>
                <a:cs typeface="+mn-lt"/>
              </a:rPr>
              <a:t>функционално</a:t>
            </a:r>
            <a:r>
              <a:rPr lang="en-US" sz="3200" b="1" dirty="0">
                <a:solidFill>
                  <a:schemeClr val="accent2"/>
                </a:solidFill>
                <a:ea typeface="+mn-lt"/>
                <a:cs typeface="+mn-lt"/>
              </a:rPr>
              <a:t> </a:t>
            </a:r>
            <a:r>
              <a:rPr lang="en-US" sz="3200" b="1" dirty="0" err="1">
                <a:solidFill>
                  <a:schemeClr val="accent2"/>
                </a:solidFill>
                <a:ea typeface="+mn-lt"/>
                <a:cs typeface="+mn-lt"/>
              </a:rPr>
              <a:t>тестване</a:t>
            </a:r>
            <a:r>
              <a:rPr lang="en-US" sz="3200" b="1" dirty="0">
                <a:solidFill>
                  <a:schemeClr val="accent2"/>
                </a:solidFill>
                <a:ea typeface="+mn-lt"/>
                <a:cs typeface="+mn-lt"/>
              </a:rPr>
              <a:t>.</a:t>
            </a:r>
            <a:endParaRPr lang="en-US" sz="2600" b="1" dirty="0">
              <a:solidFill>
                <a:schemeClr val="accent2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sz="3200" b="1" dirty="0" err="1">
                <a:solidFill>
                  <a:schemeClr val="accent2"/>
                </a:solidFill>
                <a:ea typeface="+mn-lt"/>
                <a:cs typeface="+mn-lt"/>
              </a:rPr>
              <a:t>Отстраняване</a:t>
            </a:r>
            <a:r>
              <a:rPr lang="en-US" sz="3200" b="1" dirty="0">
                <a:solidFill>
                  <a:schemeClr val="accent2"/>
                </a:solidFill>
                <a:ea typeface="+mn-lt"/>
                <a:cs typeface="+mn-lt"/>
              </a:rPr>
              <a:t> </a:t>
            </a:r>
            <a:r>
              <a:rPr lang="en-US" sz="3200" b="1" dirty="0" err="1">
                <a:solidFill>
                  <a:schemeClr val="accent2"/>
                </a:solidFill>
                <a:ea typeface="+mn-lt"/>
                <a:cs typeface="+mn-lt"/>
              </a:rPr>
              <a:t>на</a:t>
            </a:r>
            <a:r>
              <a:rPr lang="en-US" sz="3200" b="1" dirty="0">
                <a:solidFill>
                  <a:schemeClr val="accent2"/>
                </a:solidFill>
                <a:ea typeface="+mn-lt"/>
                <a:cs typeface="+mn-lt"/>
              </a:rPr>
              <a:t> </a:t>
            </a:r>
            <a:r>
              <a:rPr lang="en-US" sz="3200" b="1" dirty="0" err="1">
                <a:solidFill>
                  <a:schemeClr val="accent2"/>
                </a:solidFill>
                <a:ea typeface="+mn-lt"/>
                <a:cs typeface="+mn-lt"/>
              </a:rPr>
              <a:t>неизправности</a:t>
            </a:r>
            <a:r>
              <a:rPr lang="en-US" sz="3200" b="1" dirty="0">
                <a:solidFill>
                  <a:schemeClr val="accent2"/>
                </a:solidFill>
                <a:ea typeface="+mn-lt"/>
                <a:cs typeface="+mn-lt"/>
              </a:rPr>
              <a:t>:</a:t>
            </a:r>
            <a:endParaRPr lang="en-US" sz="2600" b="1" dirty="0">
              <a:solidFill>
                <a:schemeClr val="accent2"/>
              </a:solidFill>
            </a:endParaRPr>
          </a:p>
          <a:p>
            <a:pPr marL="342900" indent="-342900" algn="just">
              <a:lnSpc>
                <a:spcPct val="150000"/>
              </a:lnSpc>
              <a:buChar char="•"/>
            </a:pPr>
            <a:r>
              <a:rPr lang="en-US" sz="3200" b="1" dirty="0" err="1">
                <a:solidFill>
                  <a:schemeClr val="accent2"/>
                </a:solidFill>
                <a:ea typeface="+mn-lt"/>
                <a:cs typeface="+mn-lt"/>
              </a:rPr>
              <a:t>Всички</a:t>
            </a:r>
            <a:r>
              <a:rPr lang="en-US" sz="3200" b="1" dirty="0">
                <a:solidFill>
                  <a:schemeClr val="accent2"/>
                </a:solidFill>
                <a:ea typeface="+mn-lt"/>
                <a:cs typeface="+mn-lt"/>
              </a:rPr>
              <a:t> </a:t>
            </a:r>
            <a:r>
              <a:rPr lang="en-US" sz="3200" b="1" dirty="0" err="1">
                <a:solidFill>
                  <a:schemeClr val="accent2"/>
                </a:solidFill>
                <a:ea typeface="+mn-lt"/>
                <a:cs typeface="+mn-lt"/>
              </a:rPr>
              <a:t>проблеми</a:t>
            </a:r>
            <a:r>
              <a:rPr lang="en-US" sz="3200" b="1" dirty="0">
                <a:solidFill>
                  <a:schemeClr val="accent2"/>
                </a:solidFill>
                <a:ea typeface="+mn-lt"/>
                <a:cs typeface="+mn-lt"/>
              </a:rPr>
              <a:t>, </a:t>
            </a:r>
            <a:r>
              <a:rPr lang="en-US" sz="3200" b="1" dirty="0" err="1">
                <a:solidFill>
                  <a:schemeClr val="accent2"/>
                </a:solidFill>
                <a:ea typeface="+mn-lt"/>
                <a:cs typeface="+mn-lt"/>
              </a:rPr>
              <a:t>визникнали</a:t>
            </a:r>
            <a:r>
              <a:rPr lang="en-US" sz="3200" b="1" dirty="0">
                <a:solidFill>
                  <a:schemeClr val="accent2"/>
                </a:solidFill>
                <a:ea typeface="+mn-lt"/>
                <a:cs typeface="+mn-lt"/>
              </a:rPr>
              <a:t> </a:t>
            </a:r>
            <a:r>
              <a:rPr lang="en-US" sz="3200" b="1" dirty="0" err="1">
                <a:solidFill>
                  <a:schemeClr val="accent2"/>
                </a:solidFill>
                <a:ea typeface="+mn-lt"/>
                <a:cs typeface="+mn-lt"/>
              </a:rPr>
              <a:t>по</a:t>
            </a:r>
            <a:r>
              <a:rPr lang="en-US" sz="3200" b="1" dirty="0">
                <a:solidFill>
                  <a:schemeClr val="accent2"/>
                </a:solidFill>
                <a:ea typeface="+mn-lt"/>
                <a:cs typeface="+mn-lt"/>
              </a:rPr>
              <a:t> </a:t>
            </a:r>
            <a:r>
              <a:rPr lang="en-US" sz="3200" b="1" dirty="0" err="1">
                <a:solidFill>
                  <a:schemeClr val="accent2"/>
                </a:solidFill>
                <a:ea typeface="+mn-lt"/>
                <a:cs typeface="+mn-lt"/>
              </a:rPr>
              <a:t>време</a:t>
            </a:r>
            <a:r>
              <a:rPr lang="en-US" sz="3200" b="1" dirty="0">
                <a:solidFill>
                  <a:schemeClr val="accent2"/>
                </a:solidFill>
                <a:ea typeface="+mn-lt"/>
                <a:cs typeface="+mn-lt"/>
              </a:rPr>
              <a:t> </a:t>
            </a:r>
            <a:r>
              <a:rPr lang="en-US" sz="3200" b="1" dirty="0" err="1">
                <a:solidFill>
                  <a:schemeClr val="accent2"/>
                </a:solidFill>
                <a:ea typeface="+mn-lt"/>
                <a:cs typeface="+mn-lt"/>
              </a:rPr>
              <a:t>на</a:t>
            </a:r>
            <a:r>
              <a:rPr lang="en-US" sz="3200" b="1" dirty="0">
                <a:solidFill>
                  <a:schemeClr val="accent2"/>
                </a:solidFill>
                <a:ea typeface="+mn-lt"/>
                <a:cs typeface="+mn-lt"/>
              </a:rPr>
              <a:t> </a:t>
            </a:r>
            <a:r>
              <a:rPr lang="en-US" sz="3200" b="1" dirty="0" err="1">
                <a:solidFill>
                  <a:schemeClr val="accent2"/>
                </a:solidFill>
                <a:ea typeface="+mn-lt"/>
                <a:cs typeface="+mn-lt"/>
              </a:rPr>
              <a:t>тестването</a:t>
            </a:r>
            <a:r>
              <a:rPr lang="en-US" sz="3200" b="1" dirty="0">
                <a:solidFill>
                  <a:schemeClr val="accent2"/>
                </a:solidFill>
                <a:ea typeface="+mn-lt"/>
                <a:cs typeface="+mn-lt"/>
              </a:rPr>
              <a:t> </a:t>
            </a:r>
            <a:r>
              <a:rPr lang="en-US" sz="3200" b="1" dirty="0" err="1">
                <a:solidFill>
                  <a:schemeClr val="accent2"/>
                </a:solidFill>
                <a:ea typeface="+mn-lt"/>
                <a:cs typeface="+mn-lt"/>
              </a:rPr>
              <a:t>на</a:t>
            </a:r>
            <a:r>
              <a:rPr lang="en-US" sz="3200" b="1" dirty="0">
                <a:solidFill>
                  <a:schemeClr val="accent2"/>
                </a:solidFill>
                <a:ea typeface="+mn-lt"/>
                <a:cs typeface="+mn-lt"/>
              </a:rPr>
              <a:t> </a:t>
            </a:r>
            <a:r>
              <a:rPr lang="en-US" sz="3200" b="1" dirty="0" err="1">
                <a:solidFill>
                  <a:schemeClr val="accent2"/>
                </a:solidFill>
                <a:ea typeface="+mn-lt"/>
                <a:cs typeface="+mn-lt"/>
              </a:rPr>
              <a:t>софтуерът</a:t>
            </a:r>
            <a:r>
              <a:rPr lang="en-US" sz="3200" b="1" dirty="0">
                <a:solidFill>
                  <a:schemeClr val="accent2"/>
                </a:solidFill>
                <a:ea typeface="+mn-lt"/>
                <a:cs typeface="+mn-lt"/>
              </a:rPr>
              <a:t>, </a:t>
            </a:r>
            <a:r>
              <a:rPr lang="en-US" sz="3200" b="1" dirty="0" err="1">
                <a:solidFill>
                  <a:schemeClr val="accent2"/>
                </a:solidFill>
                <a:ea typeface="+mn-lt"/>
                <a:cs typeface="+mn-lt"/>
              </a:rPr>
              <a:t>бяха</a:t>
            </a:r>
            <a:r>
              <a:rPr lang="en-US" sz="3200" b="1" dirty="0">
                <a:solidFill>
                  <a:schemeClr val="accent2"/>
                </a:solidFill>
                <a:ea typeface="+mn-lt"/>
                <a:cs typeface="+mn-lt"/>
              </a:rPr>
              <a:t> </a:t>
            </a:r>
            <a:r>
              <a:rPr lang="en-US" sz="3200" b="1" dirty="0" err="1">
                <a:solidFill>
                  <a:schemeClr val="accent2"/>
                </a:solidFill>
                <a:ea typeface="+mn-lt"/>
                <a:cs typeface="+mn-lt"/>
              </a:rPr>
              <a:t>отстранени</a:t>
            </a:r>
            <a:r>
              <a:rPr lang="en-US" sz="3200" b="1" dirty="0">
                <a:solidFill>
                  <a:schemeClr val="accent2"/>
                </a:solidFill>
                <a:ea typeface="+mn-lt"/>
                <a:cs typeface="+mn-lt"/>
              </a:rPr>
              <a:t>. </a:t>
            </a:r>
            <a:r>
              <a:rPr lang="en-US" sz="3200" b="1" dirty="0" err="1">
                <a:solidFill>
                  <a:schemeClr val="accent2"/>
                </a:solidFill>
                <a:ea typeface="+mn-lt"/>
                <a:cs typeface="+mn-lt"/>
              </a:rPr>
              <a:t>Това</a:t>
            </a:r>
            <a:r>
              <a:rPr lang="en-US" sz="3200" b="1" dirty="0">
                <a:solidFill>
                  <a:schemeClr val="accent2"/>
                </a:solidFill>
                <a:ea typeface="+mn-lt"/>
                <a:cs typeface="+mn-lt"/>
              </a:rPr>
              <a:t> </a:t>
            </a:r>
            <a:r>
              <a:rPr lang="en-US" sz="3200" b="1" dirty="0" err="1">
                <a:solidFill>
                  <a:schemeClr val="accent2"/>
                </a:solidFill>
                <a:ea typeface="+mn-lt"/>
                <a:cs typeface="+mn-lt"/>
              </a:rPr>
              <a:t>включва</a:t>
            </a:r>
            <a:r>
              <a:rPr lang="en-US" sz="3200" b="1" dirty="0">
                <a:solidFill>
                  <a:schemeClr val="accent2"/>
                </a:solidFill>
                <a:ea typeface="+mn-lt"/>
                <a:cs typeface="+mn-lt"/>
              </a:rPr>
              <a:t> </a:t>
            </a:r>
            <a:r>
              <a:rPr lang="en-US" sz="3200" b="1" dirty="0" err="1">
                <a:solidFill>
                  <a:schemeClr val="accent2"/>
                </a:solidFill>
                <a:ea typeface="+mn-lt"/>
                <a:cs typeface="+mn-lt"/>
              </a:rPr>
              <a:t>идентифициране</a:t>
            </a:r>
            <a:r>
              <a:rPr lang="en-US" sz="3200" b="1" dirty="0">
                <a:solidFill>
                  <a:schemeClr val="accent2"/>
                </a:solidFill>
                <a:ea typeface="+mn-lt"/>
                <a:cs typeface="+mn-lt"/>
              </a:rPr>
              <a:t> </a:t>
            </a:r>
            <a:r>
              <a:rPr lang="en-US" sz="3200" b="1" dirty="0" err="1">
                <a:solidFill>
                  <a:schemeClr val="accent2"/>
                </a:solidFill>
                <a:ea typeface="+mn-lt"/>
                <a:cs typeface="+mn-lt"/>
              </a:rPr>
              <a:t>на</a:t>
            </a:r>
            <a:r>
              <a:rPr lang="en-US" sz="3200" b="1" dirty="0">
                <a:solidFill>
                  <a:schemeClr val="accent2"/>
                </a:solidFill>
                <a:ea typeface="+mn-lt"/>
                <a:cs typeface="+mn-lt"/>
              </a:rPr>
              <a:t> </a:t>
            </a:r>
            <a:r>
              <a:rPr lang="en-US" sz="3200" b="1" dirty="0" err="1">
                <a:solidFill>
                  <a:schemeClr val="accent2"/>
                </a:solidFill>
                <a:ea typeface="+mn-lt"/>
                <a:cs typeface="+mn-lt"/>
              </a:rPr>
              <a:t>основната</a:t>
            </a:r>
            <a:r>
              <a:rPr lang="en-US" sz="3200" b="1" dirty="0">
                <a:solidFill>
                  <a:schemeClr val="accent2"/>
                </a:solidFill>
                <a:ea typeface="+mn-lt"/>
                <a:cs typeface="+mn-lt"/>
              </a:rPr>
              <a:t> </a:t>
            </a:r>
            <a:r>
              <a:rPr lang="en-US" sz="3200" b="1" dirty="0" err="1">
                <a:solidFill>
                  <a:schemeClr val="accent2"/>
                </a:solidFill>
                <a:ea typeface="+mn-lt"/>
                <a:cs typeface="+mn-lt"/>
              </a:rPr>
              <a:t>причина</a:t>
            </a:r>
            <a:r>
              <a:rPr lang="en-US" sz="3200" b="1" dirty="0">
                <a:solidFill>
                  <a:schemeClr val="accent2"/>
                </a:solidFill>
                <a:ea typeface="+mn-lt"/>
                <a:cs typeface="+mn-lt"/>
              </a:rPr>
              <a:t> </a:t>
            </a:r>
            <a:r>
              <a:rPr lang="en-US" sz="3200" b="1" dirty="0" err="1">
                <a:solidFill>
                  <a:schemeClr val="accent2"/>
                </a:solidFill>
                <a:ea typeface="+mn-lt"/>
                <a:cs typeface="+mn-lt"/>
              </a:rPr>
              <a:t>на</a:t>
            </a:r>
            <a:r>
              <a:rPr lang="en-US" sz="3200" b="1" dirty="0">
                <a:solidFill>
                  <a:schemeClr val="accent2"/>
                </a:solidFill>
                <a:ea typeface="+mn-lt"/>
                <a:cs typeface="+mn-lt"/>
              </a:rPr>
              <a:t> </a:t>
            </a:r>
            <a:r>
              <a:rPr lang="en-US" sz="3200" b="1" dirty="0" err="1">
                <a:solidFill>
                  <a:schemeClr val="accent2"/>
                </a:solidFill>
                <a:ea typeface="+mn-lt"/>
                <a:cs typeface="+mn-lt"/>
              </a:rPr>
              <a:t>проблема</a:t>
            </a:r>
            <a:r>
              <a:rPr lang="en-US" sz="3200" b="1" dirty="0">
                <a:solidFill>
                  <a:schemeClr val="accent2"/>
                </a:solidFill>
                <a:ea typeface="+mn-lt"/>
                <a:cs typeface="+mn-lt"/>
              </a:rPr>
              <a:t> и </a:t>
            </a:r>
            <a:r>
              <a:rPr lang="en-US" sz="3200" b="1" dirty="0" err="1">
                <a:solidFill>
                  <a:schemeClr val="accent2"/>
                </a:solidFill>
                <a:ea typeface="+mn-lt"/>
                <a:cs typeface="+mn-lt"/>
              </a:rPr>
              <a:t>намиране</a:t>
            </a:r>
            <a:r>
              <a:rPr lang="en-US" sz="3200" b="1" dirty="0">
                <a:solidFill>
                  <a:schemeClr val="accent2"/>
                </a:solidFill>
                <a:ea typeface="+mn-lt"/>
                <a:cs typeface="+mn-lt"/>
              </a:rPr>
              <a:t> </a:t>
            </a:r>
            <a:r>
              <a:rPr lang="en-US" sz="3200" b="1" dirty="0" err="1">
                <a:solidFill>
                  <a:schemeClr val="accent2"/>
                </a:solidFill>
                <a:ea typeface="+mn-lt"/>
                <a:cs typeface="+mn-lt"/>
              </a:rPr>
              <a:t>на</a:t>
            </a:r>
            <a:r>
              <a:rPr lang="en-US" sz="3200" b="1" dirty="0">
                <a:solidFill>
                  <a:schemeClr val="accent2"/>
                </a:solidFill>
                <a:ea typeface="+mn-lt"/>
                <a:cs typeface="+mn-lt"/>
              </a:rPr>
              <a:t> </a:t>
            </a:r>
            <a:r>
              <a:rPr lang="en-US" sz="3200" b="1" dirty="0" err="1">
                <a:solidFill>
                  <a:schemeClr val="accent2"/>
                </a:solidFill>
                <a:ea typeface="+mn-lt"/>
                <a:cs typeface="+mn-lt"/>
              </a:rPr>
              <a:t>решение</a:t>
            </a:r>
            <a:r>
              <a:rPr lang="en-US" sz="3200" b="1" dirty="0">
                <a:solidFill>
                  <a:schemeClr val="accent2"/>
                </a:solidFill>
                <a:ea typeface="+mn-lt"/>
                <a:cs typeface="+mn-lt"/>
              </a:rPr>
              <a:t> </a:t>
            </a:r>
            <a:r>
              <a:rPr lang="en-US" sz="3200" b="1" dirty="0" err="1">
                <a:solidFill>
                  <a:schemeClr val="accent2"/>
                </a:solidFill>
                <a:ea typeface="+mn-lt"/>
                <a:cs typeface="+mn-lt"/>
              </a:rPr>
              <a:t>за</a:t>
            </a:r>
            <a:r>
              <a:rPr lang="en-US" sz="3200" b="1" dirty="0">
                <a:solidFill>
                  <a:schemeClr val="accent2"/>
                </a:solidFill>
                <a:ea typeface="+mn-lt"/>
                <a:cs typeface="+mn-lt"/>
              </a:rPr>
              <a:t> </a:t>
            </a:r>
            <a:r>
              <a:rPr lang="en-US" sz="3200" b="1" dirty="0" err="1">
                <a:solidFill>
                  <a:schemeClr val="accent2"/>
                </a:solidFill>
                <a:ea typeface="+mn-lt"/>
                <a:cs typeface="+mn-lt"/>
              </a:rPr>
              <a:t>отстраняването</a:t>
            </a:r>
            <a:r>
              <a:rPr lang="en-US" sz="3200" b="1" dirty="0">
                <a:solidFill>
                  <a:schemeClr val="accent2"/>
                </a:solidFill>
                <a:ea typeface="+mn-lt"/>
                <a:cs typeface="+mn-lt"/>
              </a:rPr>
              <a:t> </a:t>
            </a:r>
            <a:r>
              <a:rPr lang="en-US" sz="3200" b="1" dirty="0" err="1">
                <a:solidFill>
                  <a:schemeClr val="accent2"/>
                </a:solidFill>
                <a:ea typeface="+mn-lt"/>
                <a:cs typeface="+mn-lt"/>
              </a:rPr>
              <a:t>му</a:t>
            </a:r>
            <a:r>
              <a:rPr lang="en-US" sz="3200" b="1" dirty="0">
                <a:solidFill>
                  <a:schemeClr val="accent2"/>
                </a:solidFill>
                <a:ea typeface="+mn-lt"/>
                <a:cs typeface="+mn-lt"/>
              </a:rPr>
              <a:t>.</a:t>
            </a:r>
            <a:endParaRPr lang="en-US" sz="2600" b="1" dirty="0">
              <a:solidFill>
                <a:schemeClr val="accent2"/>
              </a:solidFill>
            </a:endParaRPr>
          </a:p>
          <a:p>
            <a:pPr algn="just"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9539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500">
                <a:solidFill>
                  <a:schemeClr val="bg1">
                    <a:lumMod val="49000"/>
                  </a:schemeClr>
                </a:solidFill>
                <a:ea typeface="+mj-lt"/>
                <a:cs typeface="+mj-lt"/>
              </a:rPr>
              <a:t>ТЕХНОЛОГИИ</a:t>
            </a:r>
            <a:endParaRPr lang="en-US">
              <a:solidFill>
                <a:schemeClr val="bg1">
                  <a:lumMod val="49000"/>
                </a:schemeClr>
              </a:solidFill>
            </a:endParaRPr>
          </a:p>
        </p:txBody>
      </p:sp>
      <p:pic>
        <p:nvPicPr>
          <p:cNvPr id="3" name="Picture 2" descr="A purple ribbon in a shape of a triangle&#10;&#10;AI-generated content may be incorrect.">
            <a:extLst>
              <a:ext uri="{FF2B5EF4-FFF2-40B4-BE49-F238E27FC236}">
                <a16:creationId xmlns:a16="http://schemas.microsoft.com/office/drawing/2014/main" id="{DE0FCEB6-9C86-DB8D-6C0C-27C37D2F52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9351" y="2218865"/>
            <a:ext cx="6544576" cy="3678235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D565499C-A973-C533-528D-16F56E8074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053" y="2443129"/>
            <a:ext cx="3229708" cy="3229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MDb - Movie Database TvShow - Apps on Google Play">
            <a:extLst>
              <a:ext uri="{FF2B5EF4-FFF2-40B4-BE49-F238E27FC236}">
                <a16:creationId xmlns:a16="http://schemas.microsoft.com/office/drawing/2014/main" id="{F3C639FF-CFFC-189A-F2D8-2B848F5931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3353" y="2443129"/>
            <a:ext cx="3361594" cy="3229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1694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500">
                <a:solidFill>
                  <a:srgbClr val="FFFFFF"/>
                </a:solidFill>
                <a:ea typeface="+mj-lt"/>
                <a:cs typeface="+mj-lt"/>
              </a:rPr>
              <a:t>ДИЗАЙН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62001" y="2053930"/>
            <a:ext cx="6597372" cy="4102367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ea typeface="+mn-lt"/>
                <a:cs typeface="+mn-lt"/>
              </a:rPr>
              <a:t>Целта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ни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беше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да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създадем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приложение</a:t>
            </a:r>
            <a:r>
              <a:rPr lang="en-US" sz="2400" dirty="0">
                <a:ea typeface="+mn-lt"/>
                <a:cs typeface="+mn-lt"/>
              </a:rPr>
              <a:t>, </a:t>
            </a:r>
            <a:r>
              <a:rPr lang="en-US" sz="2400" dirty="0" err="1">
                <a:ea typeface="+mn-lt"/>
                <a:cs typeface="+mn-lt"/>
              </a:rPr>
              <a:t>което</a:t>
            </a:r>
            <a:r>
              <a:rPr lang="en-US" sz="2400" dirty="0">
                <a:ea typeface="+mn-lt"/>
                <a:cs typeface="+mn-lt"/>
              </a:rPr>
              <a:t> е </a:t>
            </a:r>
            <a:r>
              <a:rPr lang="en-US" sz="2400" dirty="0" err="1">
                <a:ea typeface="+mn-lt"/>
                <a:cs typeface="+mn-lt"/>
              </a:rPr>
              <a:t>едновременно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интуитивно</a:t>
            </a:r>
            <a:r>
              <a:rPr lang="en-US" sz="2400" dirty="0">
                <a:ea typeface="+mn-lt"/>
                <a:cs typeface="+mn-lt"/>
              </a:rPr>
              <a:t> и </a:t>
            </a:r>
            <a:r>
              <a:rPr lang="en-US" sz="2400" dirty="0" err="1">
                <a:ea typeface="+mn-lt"/>
                <a:cs typeface="+mn-lt"/>
              </a:rPr>
              <a:t>визуално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привлекателно</a:t>
            </a:r>
            <a:r>
              <a:rPr lang="en-US" sz="2400" dirty="0">
                <a:ea typeface="+mn-lt"/>
                <a:cs typeface="+mn-lt"/>
              </a:rPr>
              <a:t>. </a:t>
            </a:r>
            <a:r>
              <a:rPr lang="en-US" sz="2400" dirty="0" err="1">
                <a:ea typeface="+mn-lt"/>
                <a:cs typeface="+mn-lt"/>
              </a:rPr>
              <a:t>За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да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постигнем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това</a:t>
            </a:r>
            <a:r>
              <a:rPr lang="en-US" sz="2400" dirty="0">
                <a:ea typeface="+mn-lt"/>
                <a:cs typeface="+mn-lt"/>
              </a:rPr>
              <a:t>, </a:t>
            </a:r>
            <a:r>
              <a:rPr lang="en-US" sz="2400" dirty="0" err="1">
                <a:ea typeface="+mn-lt"/>
                <a:cs typeface="+mn-lt"/>
              </a:rPr>
              <a:t>работихме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върху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дефинирането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на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структурата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на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софтуерното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приложение</a:t>
            </a:r>
            <a:r>
              <a:rPr lang="en-US" sz="2400" dirty="0">
                <a:ea typeface="+mn-lt"/>
                <a:cs typeface="+mn-lt"/>
              </a:rPr>
              <a:t>, </a:t>
            </a:r>
            <a:r>
              <a:rPr lang="en-US" sz="2400" dirty="0" err="1">
                <a:ea typeface="+mn-lt"/>
                <a:cs typeface="+mn-lt"/>
              </a:rPr>
              <a:t>като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се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фокусирахме</a:t>
            </a:r>
            <a:r>
              <a:rPr lang="en-US" sz="2400" dirty="0">
                <a:ea typeface="+mn-lt"/>
                <a:cs typeface="+mn-lt"/>
              </a:rPr>
              <a:t>  </a:t>
            </a:r>
            <a:r>
              <a:rPr lang="en-US" sz="2400" dirty="0" err="1">
                <a:ea typeface="+mn-lt"/>
                <a:cs typeface="+mn-lt"/>
              </a:rPr>
              <a:t>върху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създаването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на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компактен</a:t>
            </a:r>
            <a:r>
              <a:rPr lang="en-US" sz="2400" dirty="0">
                <a:ea typeface="+mn-lt"/>
                <a:cs typeface="+mn-lt"/>
              </a:rPr>
              <a:t> и </a:t>
            </a:r>
            <a:r>
              <a:rPr lang="en-US" sz="2400" dirty="0" err="1">
                <a:ea typeface="+mn-lt"/>
                <a:cs typeface="+mn-lt"/>
              </a:rPr>
              <a:t>рационален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дизайн</a:t>
            </a:r>
            <a:r>
              <a:rPr lang="en-US" sz="2400" dirty="0">
                <a:ea typeface="+mn-lt"/>
                <a:cs typeface="+mn-lt"/>
              </a:rPr>
              <a:t>. </a:t>
            </a:r>
            <a:r>
              <a:rPr lang="en-US" sz="2400" dirty="0" err="1">
                <a:ea typeface="+mn-lt"/>
                <a:cs typeface="+mn-lt"/>
              </a:rPr>
              <a:t>Използвахме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подходящи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цветове</a:t>
            </a:r>
            <a:r>
              <a:rPr lang="en-US" sz="2400" dirty="0">
                <a:ea typeface="+mn-lt"/>
                <a:cs typeface="+mn-lt"/>
              </a:rPr>
              <a:t>, </a:t>
            </a:r>
            <a:r>
              <a:rPr lang="en-US" sz="2400" dirty="0" err="1">
                <a:ea typeface="+mn-lt"/>
                <a:cs typeface="+mn-lt"/>
              </a:rPr>
              <a:t>за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да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създадем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приятна</a:t>
            </a:r>
            <a:r>
              <a:rPr lang="en-US" sz="2400" dirty="0">
                <a:ea typeface="+mn-lt"/>
                <a:cs typeface="+mn-lt"/>
              </a:rPr>
              <a:t> и </a:t>
            </a:r>
            <a:r>
              <a:rPr lang="en-US" sz="2400" dirty="0" err="1">
                <a:ea typeface="+mn-lt"/>
                <a:cs typeface="+mn-lt"/>
              </a:rPr>
              <a:t>привлекателна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визуална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естетика</a:t>
            </a:r>
            <a:r>
              <a:rPr lang="en-US" sz="2400" dirty="0">
                <a:ea typeface="+mn-lt"/>
                <a:cs typeface="+mn-lt"/>
              </a:rPr>
              <a:t>.</a:t>
            </a:r>
            <a:endParaRPr lang="en-US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ea typeface="+mn-lt"/>
                <a:cs typeface="+mn-lt"/>
              </a:rPr>
              <a:t>За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нас</a:t>
            </a:r>
            <a:r>
              <a:rPr lang="en-US" sz="2400" dirty="0">
                <a:ea typeface="+mn-lt"/>
                <a:cs typeface="+mn-lt"/>
              </a:rPr>
              <a:t> е </a:t>
            </a:r>
            <a:r>
              <a:rPr lang="en-US" sz="2400" dirty="0" err="1">
                <a:ea typeface="+mn-lt"/>
                <a:cs typeface="+mn-lt"/>
              </a:rPr>
              <a:t>важно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да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гарантираме</a:t>
            </a:r>
            <a:r>
              <a:rPr lang="en-US" sz="2400" dirty="0">
                <a:ea typeface="+mn-lt"/>
                <a:cs typeface="+mn-lt"/>
              </a:rPr>
              <a:t>, </a:t>
            </a:r>
            <a:r>
              <a:rPr lang="en-US" sz="2400" dirty="0" err="1">
                <a:ea typeface="+mn-lt"/>
                <a:cs typeface="+mn-lt"/>
              </a:rPr>
              <a:t>че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дизайнът</a:t>
            </a:r>
            <a:r>
              <a:rPr lang="en-US" sz="2400" dirty="0">
                <a:ea typeface="+mn-lt"/>
                <a:cs typeface="+mn-lt"/>
              </a:rPr>
              <a:t> е </a:t>
            </a:r>
            <a:r>
              <a:rPr lang="en-US" sz="2400" dirty="0" err="1">
                <a:ea typeface="+mn-lt"/>
                <a:cs typeface="+mn-lt"/>
              </a:rPr>
              <a:t>оптимизиран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за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безпроблемно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потребителско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изживяване</a:t>
            </a:r>
            <a:r>
              <a:rPr lang="en-US" sz="2400" dirty="0">
                <a:ea typeface="+mn-lt"/>
                <a:cs typeface="+mn-lt"/>
              </a:rPr>
              <a:t>. </a:t>
            </a:r>
            <a:r>
              <a:rPr lang="en-US" sz="2400" dirty="0" err="1">
                <a:ea typeface="+mn-lt"/>
                <a:cs typeface="+mn-lt"/>
              </a:rPr>
              <a:t>Тествахме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обстойно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сайта</a:t>
            </a:r>
            <a:r>
              <a:rPr lang="en-US" sz="2400" dirty="0">
                <a:ea typeface="+mn-lt"/>
                <a:cs typeface="+mn-lt"/>
              </a:rPr>
              <a:t>, </a:t>
            </a:r>
            <a:r>
              <a:rPr lang="en-US" sz="2400" dirty="0" err="1">
                <a:ea typeface="+mn-lt"/>
                <a:cs typeface="+mn-lt"/>
              </a:rPr>
              <a:t>за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да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се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уверим</a:t>
            </a:r>
            <a:r>
              <a:rPr lang="en-US" sz="2400" dirty="0">
                <a:ea typeface="+mn-lt"/>
                <a:cs typeface="+mn-lt"/>
              </a:rPr>
              <a:t>, </a:t>
            </a:r>
            <a:r>
              <a:rPr lang="en-US" sz="2400" dirty="0" err="1">
                <a:ea typeface="+mn-lt"/>
                <a:cs typeface="+mn-lt"/>
              </a:rPr>
              <a:t>че</a:t>
            </a:r>
            <a:r>
              <a:rPr lang="en-US" sz="2400" dirty="0">
                <a:ea typeface="+mn-lt"/>
                <a:cs typeface="+mn-lt"/>
              </a:rPr>
              <a:t> е </a:t>
            </a:r>
            <a:r>
              <a:rPr lang="en-US" sz="2400" dirty="0" err="1">
                <a:ea typeface="+mn-lt"/>
                <a:cs typeface="+mn-lt"/>
              </a:rPr>
              <a:t>функционален</a:t>
            </a:r>
            <a:r>
              <a:rPr lang="en-US" sz="2400" dirty="0">
                <a:ea typeface="+mn-lt"/>
                <a:cs typeface="+mn-lt"/>
              </a:rPr>
              <a:t> и </a:t>
            </a:r>
            <a:r>
              <a:rPr lang="en-US" sz="2400" dirty="0" err="1">
                <a:ea typeface="+mn-lt"/>
                <a:cs typeface="+mn-lt"/>
              </a:rPr>
              <a:t>лесен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за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използване</a:t>
            </a:r>
            <a:r>
              <a:rPr lang="en-US" sz="2400" dirty="0">
                <a:ea typeface="+mn-lt"/>
                <a:cs typeface="+mn-lt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3251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08C79-A4AC-4B5D-92DF-600737E4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0440" y="896111"/>
            <a:ext cx="7889768" cy="2039341"/>
          </a:xfrm>
        </p:spPr>
        <p:txBody>
          <a:bodyPr/>
          <a:lstStyle/>
          <a:p>
            <a:r>
              <a:rPr lang="en-US" sz="5500" dirty="0">
                <a:solidFill>
                  <a:schemeClr val="accent2"/>
                </a:solidFill>
                <a:ea typeface="+mj-lt"/>
                <a:cs typeface="+mj-lt"/>
              </a:rPr>
              <a:t>ЗАКЛЮЧЕНИЕ</a:t>
            </a:r>
            <a:endParaRPr lang="en-US" dirty="0">
              <a:solidFill>
                <a:schemeClr val="accent2"/>
              </a:solidFill>
            </a:endParaRPr>
          </a:p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3251268-42B4-3B45-A59B-740E2DB97A0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3520440" y="2486013"/>
            <a:ext cx="3447442" cy="2774618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n-US" sz="2500" b="1" dirty="0" err="1">
                <a:solidFill>
                  <a:schemeClr val="accent1">
                    <a:lumMod val="75000"/>
                  </a:schemeClr>
                </a:solidFill>
              </a:rPr>
              <a:t>Лесно</a:t>
            </a:r>
            <a:r>
              <a:rPr lang="en-US" sz="25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500" b="1" dirty="0" err="1">
                <a:solidFill>
                  <a:schemeClr val="accent1">
                    <a:lumMod val="75000"/>
                  </a:schemeClr>
                </a:solidFill>
                <a:ea typeface="+mn-lt"/>
                <a:cs typeface="+mn-lt"/>
              </a:rPr>
              <a:t>използване</a:t>
            </a:r>
            <a:r>
              <a:rPr lang="en-US" sz="2500" b="1" dirty="0">
                <a:solidFill>
                  <a:schemeClr val="accent1">
                    <a:lumMod val="7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500" b="1" dirty="0" err="1">
                <a:solidFill>
                  <a:schemeClr val="accent1">
                    <a:lumMod val="75000"/>
                  </a:schemeClr>
                </a:solidFill>
                <a:ea typeface="+mn-lt"/>
                <a:cs typeface="+mn-lt"/>
              </a:rPr>
              <a:t>на</a:t>
            </a:r>
            <a:r>
              <a:rPr lang="en-US" sz="2500" b="1" dirty="0">
                <a:solidFill>
                  <a:schemeClr val="accent1">
                    <a:lumMod val="75000"/>
                  </a:schemeClr>
                </a:solidFill>
                <a:ea typeface="+mn-lt"/>
                <a:cs typeface="+mn-lt"/>
              </a:rPr>
              <a:t> </a:t>
            </a:r>
            <a:r>
              <a:rPr lang="bg-BG" sz="2500" b="1" dirty="0">
                <a:solidFill>
                  <a:schemeClr val="accent1">
                    <a:lumMod val="75000"/>
                  </a:schemeClr>
                </a:solidFill>
                <a:ea typeface="+mn-lt"/>
                <a:cs typeface="+mn-lt"/>
              </a:rPr>
              <a:t>приложението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500" b="1" dirty="0" err="1">
                <a:solidFill>
                  <a:schemeClr val="accent1">
                    <a:lumMod val="75000"/>
                  </a:schemeClr>
                </a:solidFill>
                <a:ea typeface="+mn-lt"/>
                <a:cs typeface="+mn-lt"/>
              </a:rPr>
              <a:t>Стилен</a:t>
            </a:r>
            <a:r>
              <a:rPr lang="en-US" sz="2500" b="1" dirty="0">
                <a:solidFill>
                  <a:schemeClr val="accent1">
                    <a:lumMod val="7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500" b="1" dirty="0" err="1">
                <a:solidFill>
                  <a:schemeClr val="accent1">
                    <a:lumMod val="75000"/>
                  </a:schemeClr>
                </a:solidFill>
                <a:ea typeface="+mn-lt"/>
                <a:cs typeface="+mn-lt"/>
              </a:rPr>
              <a:t>дизайн</a:t>
            </a:r>
            <a:endParaRPr lang="en-US" dirty="0" err="1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500" b="1" dirty="0" err="1">
                <a:solidFill>
                  <a:schemeClr val="accent1">
                    <a:lumMod val="75000"/>
                  </a:schemeClr>
                </a:solidFill>
                <a:ea typeface="+mn-lt"/>
                <a:cs typeface="+mn-lt"/>
              </a:rPr>
              <a:t>Добра</a:t>
            </a:r>
            <a:r>
              <a:rPr lang="en-US" sz="2500" b="1" dirty="0">
                <a:solidFill>
                  <a:schemeClr val="accent1">
                    <a:lumMod val="7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500" b="1" dirty="0" err="1">
                <a:solidFill>
                  <a:schemeClr val="accent1">
                    <a:lumMod val="75000"/>
                  </a:schemeClr>
                </a:solidFill>
                <a:ea typeface="+mn-lt"/>
                <a:cs typeface="+mn-lt"/>
              </a:rPr>
              <a:t>функционалност</a:t>
            </a:r>
            <a:endParaRPr lang="en-US" dirty="0" err="1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500" b="1" dirty="0" err="1">
                <a:solidFill>
                  <a:schemeClr val="accent1">
                    <a:lumMod val="75000"/>
                  </a:schemeClr>
                </a:solidFill>
                <a:ea typeface="+mn-lt"/>
                <a:cs typeface="+mn-lt"/>
              </a:rPr>
              <a:t>Валидация</a:t>
            </a:r>
            <a:r>
              <a:rPr lang="en-US" sz="2500" b="1" dirty="0">
                <a:solidFill>
                  <a:schemeClr val="accent1">
                    <a:lumMod val="7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500" b="1" dirty="0" err="1">
                <a:solidFill>
                  <a:schemeClr val="accent1">
                    <a:lumMod val="75000"/>
                  </a:schemeClr>
                </a:solidFill>
                <a:ea typeface="+mn-lt"/>
                <a:cs typeface="+mn-lt"/>
              </a:rPr>
              <a:t>на</a:t>
            </a:r>
            <a:r>
              <a:rPr lang="en-US" sz="2500" b="1" dirty="0">
                <a:solidFill>
                  <a:schemeClr val="accent1">
                    <a:lumMod val="75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500" b="1" dirty="0" err="1">
                <a:solidFill>
                  <a:schemeClr val="accent1">
                    <a:lumMod val="75000"/>
                  </a:schemeClr>
                </a:solidFill>
                <a:ea typeface="+mn-lt"/>
                <a:cs typeface="+mn-lt"/>
              </a:rPr>
              <a:t>данни</a:t>
            </a:r>
            <a:r>
              <a:rPr lang="en-US" sz="2500" b="1" dirty="0">
                <a:solidFill>
                  <a:schemeClr val="accent1">
                    <a:lumMod val="75000"/>
                  </a:schemeClr>
                </a:solidFill>
                <a:ea typeface="+mn-lt"/>
                <a:cs typeface="+mn-lt"/>
              </a:rPr>
              <a:t> 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2492136-277B-808E-9D1B-0527359207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13562" y="2480697"/>
            <a:ext cx="4580088" cy="3161139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sz="2500" dirty="0" err="1">
                <a:solidFill>
                  <a:schemeClr val="accent1">
                    <a:lumMod val="50000"/>
                  </a:schemeClr>
                </a:solidFill>
                <a:ea typeface="+mn-lt"/>
                <a:cs typeface="+mn-lt"/>
              </a:rPr>
              <a:t>Благодарни</a:t>
            </a:r>
            <a:r>
              <a:rPr lang="en-US" sz="2500" dirty="0">
                <a:solidFill>
                  <a:schemeClr val="accent1">
                    <a:lumMod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500" dirty="0" err="1">
                <a:solidFill>
                  <a:schemeClr val="accent1">
                    <a:lumMod val="50000"/>
                  </a:schemeClr>
                </a:solidFill>
                <a:ea typeface="+mn-lt"/>
                <a:cs typeface="+mn-lt"/>
              </a:rPr>
              <a:t>сме</a:t>
            </a:r>
            <a:r>
              <a:rPr lang="en-US" sz="2500" dirty="0">
                <a:solidFill>
                  <a:schemeClr val="accent1">
                    <a:lumMod val="50000"/>
                  </a:schemeClr>
                </a:solidFill>
                <a:ea typeface="+mn-lt"/>
                <a:cs typeface="+mn-lt"/>
              </a:rPr>
              <a:t>, </a:t>
            </a:r>
            <a:r>
              <a:rPr lang="en-US" sz="2500" dirty="0" err="1">
                <a:solidFill>
                  <a:schemeClr val="accent1">
                    <a:lumMod val="50000"/>
                  </a:schemeClr>
                </a:solidFill>
                <a:ea typeface="+mn-lt"/>
                <a:cs typeface="+mn-lt"/>
              </a:rPr>
              <a:t>че</a:t>
            </a:r>
            <a:r>
              <a:rPr lang="en-US" sz="2500" dirty="0">
                <a:solidFill>
                  <a:schemeClr val="accent1">
                    <a:lumMod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500" dirty="0" err="1">
                <a:solidFill>
                  <a:schemeClr val="accent1">
                    <a:lumMod val="50000"/>
                  </a:schemeClr>
                </a:solidFill>
                <a:ea typeface="+mn-lt"/>
                <a:cs typeface="+mn-lt"/>
              </a:rPr>
              <a:t>имахме</a:t>
            </a:r>
            <a:r>
              <a:rPr lang="en-US" sz="2500" dirty="0">
                <a:solidFill>
                  <a:schemeClr val="accent1">
                    <a:lumMod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500" dirty="0" err="1">
                <a:solidFill>
                  <a:schemeClr val="accent1">
                    <a:lumMod val="50000"/>
                  </a:schemeClr>
                </a:solidFill>
                <a:ea typeface="+mn-lt"/>
                <a:cs typeface="+mn-lt"/>
              </a:rPr>
              <a:t>възможността</a:t>
            </a:r>
            <a:r>
              <a:rPr lang="en-US" sz="2500" dirty="0">
                <a:solidFill>
                  <a:schemeClr val="accent1">
                    <a:lumMod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500" dirty="0" err="1">
                <a:solidFill>
                  <a:schemeClr val="accent1">
                    <a:lumMod val="50000"/>
                  </a:schemeClr>
                </a:solidFill>
                <a:ea typeface="+mn-lt"/>
                <a:cs typeface="+mn-lt"/>
              </a:rPr>
              <a:t>да</a:t>
            </a:r>
            <a:r>
              <a:rPr lang="en-US" sz="2500" dirty="0">
                <a:solidFill>
                  <a:schemeClr val="accent1">
                    <a:lumMod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500" dirty="0" err="1">
                <a:solidFill>
                  <a:schemeClr val="accent1">
                    <a:lumMod val="50000"/>
                  </a:schemeClr>
                </a:solidFill>
                <a:ea typeface="+mn-lt"/>
                <a:cs typeface="+mn-lt"/>
              </a:rPr>
              <a:t>разработим</a:t>
            </a:r>
            <a:r>
              <a:rPr lang="en-US" sz="2500" dirty="0">
                <a:solidFill>
                  <a:schemeClr val="accent1">
                    <a:lumMod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500" dirty="0" err="1">
                <a:solidFill>
                  <a:schemeClr val="accent1">
                    <a:lumMod val="50000"/>
                  </a:schemeClr>
                </a:solidFill>
                <a:ea typeface="+mn-lt"/>
                <a:cs typeface="+mn-lt"/>
              </a:rPr>
              <a:t>система</a:t>
            </a:r>
            <a:r>
              <a:rPr lang="en-US" sz="2500" dirty="0">
                <a:solidFill>
                  <a:schemeClr val="accent1">
                    <a:lumMod val="50000"/>
                  </a:schemeClr>
                </a:solidFill>
                <a:ea typeface="+mn-lt"/>
                <a:cs typeface="+mn-lt"/>
              </a:rPr>
              <a:t>, </a:t>
            </a:r>
            <a:r>
              <a:rPr lang="en-US" sz="2500" dirty="0" err="1">
                <a:solidFill>
                  <a:schemeClr val="accent1">
                    <a:lumMod val="50000"/>
                  </a:schemeClr>
                </a:solidFill>
                <a:ea typeface="+mn-lt"/>
                <a:cs typeface="+mn-lt"/>
              </a:rPr>
              <a:t>която</a:t>
            </a:r>
            <a:r>
              <a:rPr lang="en-US" sz="2500" dirty="0">
                <a:solidFill>
                  <a:schemeClr val="accent1">
                    <a:lumMod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500" dirty="0" err="1">
                <a:solidFill>
                  <a:schemeClr val="accent1">
                    <a:lumMod val="50000"/>
                  </a:schemeClr>
                </a:solidFill>
                <a:ea typeface="+mn-lt"/>
                <a:cs typeface="+mn-lt"/>
              </a:rPr>
              <a:t>ни</a:t>
            </a:r>
            <a:r>
              <a:rPr lang="en-US" sz="2500" dirty="0">
                <a:solidFill>
                  <a:schemeClr val="accent1">
                    <a:lumMod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500" dirty="0" err="1">
                <a:solidFill>
                  <a:schemeClr val="accent1">
                    <a:lumMod val="50000"/>
                  </a:schemeClr>
                </a:solidFill>
                <a:ea typeface="+mn-lt"/>
                <a:cs typeface="+mn-lt"/>
              </a:rPr>
              <a:t>накара</a:t>
            </a:r>
            <a:r>
              <a:rPr lang="en-US" sz="2500" dirty="0">
                <a:solidFill>
                  <a:schemeClr val="accent1">
                    <a:lumMod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500" dirty="0" err="1">
                <a:solidFill>
                  <a:schemeClr val="accent1">
                    <a:lumMod val="50000"/>
                  </a:schemeClr>
                </a:solidFill>
                <a:ea typeface="+mn-lt"/>
                <a:cs typeface="+mn-lt"/>
              </a:rPr>
              <a:t>да</a:t>
            </a:r>
            <a:r>
              <a:rPr lang="en-US" sz="2500" dirty="0">
                <a:solidFill>
                  <a:schemeClr val="accent1">
                    <a:lumMod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500" dirty="0" err="1">
                <a:solidFill>
                  <a:schemeClr val="accent1">
                    <a:lumMod val="50000"/>
                  </a:schemeClr>
                </a:solidFill>
                <a:ea typeface="+mn-lt"/>
                <a:cs typeface="+mn-lt"/>
              </a:rPr>
              <a:t>задълбочим</a:t>
            </a:r>
            <a:r>
              <a:rPr lang="en-US" sz="2500" dirty="0">
                <a:solidFill>
                  <a:schemeClr val="accent1">
                    <a:lumMod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500" dirty="0" err="1">
                <a:solidFill>
                  <a:schemeClr val="accent1">
                    <a:lumMod val="50000"/>
                  </a:schemeClr>
                </a:solidFill>
                <a:ea typeface="+mn-lt"/>
                <a:cs typeface="+mn-lt"/>
              </a:rPr>
              <a:t>знанията</a:t>
            </a:r>
            <a:r>
              <a:rPr lang="en-US" sz="2500" dirty="0">
                <a:solidFill>
                  <a:schemeClr val="accent1">
                    <a:lumMod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500" dirty="0" err="1">
                <a:solidFill>
                  <a:schemeClr val="accent1">
                    <a:lumMod val="50000"/>
                  </a:schemeClr>
                </a:solidFill>
                <a:ea typeface="+mn-lt"/>
                <a:cs typeface="+mn-lt"/>
              </a:rPr>
              <a:t>си</a:t>
            </a:r>
            <a:r>
              <a:rPr lang="en-US" sz="2500" dirty="0">
                <a:solidFill>
                  <a:schemeClr val="accent1">
                    <a:lumMod val="50000"/>
                  </a:schemeClr>
                </a:solidFill>
                <a:ea typeface="+mn-lt"/>
                <a:cs typeface="+mn-lt"/>
              </a:rPr>
              <a:t>, </a:t>
            </a:r>
            <a:r>
              <a:rPr lang="en-US" sz="2500" dirty="0" err="1">
                <a:solidFill>
                  <a:schemeClr val="accent1">
                    <a:lumMod val="50000"/>
                  </a:schemeClr>
                </a:solidFill>
                <a:ea typeface="+mn-lt"/>
                <a:cs typeface="+mn-lt"/>
              </a:rPr>
              <a:t>да</a:t>
            </a:r>
            <a:r>
              <a:rPr lang="en-US" sz="2500" dirty="0">
                <a:solidFill>
                  <a:schemeClr val="accent1">
                    <a:lumMod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500" dirty="0" err="1">
                <a:solidFill>
                  <a:schemeClr val="accent1">
                    <a:lumMod val="50000"/>
                  </a:schemeClr>
                </a:solidFill>
                <a:ea typeface="+mn-lt"/>
                <a:cs typeface="+mn-lt"/>
              </a:rPr>
              <a:t>успеем</a:t>
            </a:r>
            <a:r>
              <a:rPr lang="en-US" sz="2500" dirty="0">
                <a:solidFill>
                  <a:schemeClr val="accent1">
                    <a:lumMod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500" dirty="0" err="1">
                <a:solidFill>
                  <a:schemeClr val="accent1">
                    <a:lumMod val="50000"/>
                  </a:schemeClr>
                </a:solidFill>
                <a:ea typeface="+mn-lt"/>
                <a:cs typeface="+mn-lt"/>
              </a:rPr>
              <a:t>да</a:t>
            </a:r>
            <a:r>
              <a:rPr lang="en-US" sz="2500" dirty="0">
                <a:solidFill>
                  <a:schemeClr val="accent1">
                    <a:lumMod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500" dirty="0" err="1">
                <a:solidFill>
                  <a:schemeClr val="accent1">
                    <a:lumMod val="50000"/>
                  </a:schemeClr>
                </a:solidFill>
                <a:ea typeface="+mn-lt"/>
                <a:cs typeface="+mn-lt"/>
              </a:rPr>
              <a:t>разпределим</a:t>
            </a:r>
            <a:r>
              <a:rPr lang="en-US" sz="2500" dirty="0">
                <a:solidFill>
                  <a:schemeClr val="accent1">
                    <a:lumMod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500" dirty="0" err="1">
                <a:solidFill>
                  <a:schemeClr val="accent1">
                    <a:lumMod val="50000"/>
                  </a:schemeClr>
                </a:solidFill>
                <a:ea typeface="+mn-lt"/>
                <a:cs typeface="+mn-lt"/>
              </a:rPr>
              <a:t>времето</a:t>
            </a:r>
            <a:r>
              <a:rPr lang="en-US" sz="2500" dirty="0">
                <a:solidFill>
                  <a:schemeClr val="accent1">
                    <a:lumMod val="50000"/>
                  </a:schemeClr>
                </a:solidFill>
                <a:ea typeface="+mn-lt"/>
                <a:cs typeface="+mn-lt"/>
              </a:rPr>
              <a:t> и </a:t>
            </a:r>
            <a:r>
              <a:rPr lang="en-US" sz="2500" dirty="0" err="1">
                <a:solidFill>
                  <a:schemeClr val="accent1">
                    <a:lumMod val="50000"/>
                  </a:schemeClr>
                </a:solidFill>
                <a:ea typeface="+mn-lt"/>
                <a:cs typeface="+mn-lt"/>
              </a:rPr>
              <a:t>търпението</a:t>
            </a:r>
            <a:r>
              <a:rPr lang="en-US" sz="2500" dirty="0">
                <a:solidFill>
                  <a:schemeClr val="accent1">
                    <a:lumMod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500" dirty="0" err="1">
                <a:solidFill>
                  <a:schemeClr val="accent1">
                    <a:lumMod val="50000"/>
                  </a:schemeClr>
                </a:solidFill>
                <a:ea typeface="+mn-lt"/>
                <a:cs typeface="+mn-lt"/>
              </a:rPr>
              <a:t>си</a:t>
            </a:r>
            <a:r>
              <a:rPr lang="en-US" sz="2500" dirty="0">
                <a:solidFill>
                  <a:schemeClr val="accent1">
                    <a:lumMod val="50000"/>
                  </a:schemeClr>
                </a:solidFill>
                <a:ea typeface="+mn-lt"/>
                <a:cs typeface="+mn-lt"/>
              </a:rPr>
              <a:t> и </a:t>
            </a:r>
            <a:r>
              <a:rPr lang="en-US" sz="2500" dirty="0" err="1">
                <a:solidFill>
                  <a:schemeClr val="accent1">
                    <a:lumMod val="50000"/>
                  </a:schemeClr>
                </a:solidFill>
                <a:ea typeface="+mn-lt"/>
                <a:cs typeface="+mn-lt"/>
              </a:rPr>
              <a:t>да</a:t>
            </a:r>
            <a:r>
              <a:rPr lang="en-US" sz="2500" dirty="0">
                <a:solidFill>
                  <a:schemeClr val="accent1">
                    <a:lumMod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500" dirty="0" err="1">
                <a:solidFill>
                  <a:schemeClr val="accent1">
                    <a:lumMod val="50000"/>
                  </a:schemeClr>
                </a:solidFill>
                <a:ea typeface="+mn-lt"/>
                <a:cs typeface="+mn-lt"/>
              </a:rPr>
              <a:t>видим</a:t>
            </a:r>
            <a:r>
              <a:rPr lang="en-US" sz="2500" dirty="0">
                <a:solidFill>
                  <a:schemeClr val="accent1">
                    <a:lumMod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500" dirty="0" err="1">
                <a:solidFill>
                  <a:schemeClr val="accent1">
                    <a:lumMod val="50000"/>
                  </a:schemeClr>
                </a:solidFill>
                <a:ea typeface="+mn-lt"/>
                <a:cs typeface="+mn-lt"/>
              </a:rPr>
              <a:t>положителното</a:t>
            </a:r>
            <a:r>
              <a:rPr lang="en-US" sz="2500" dirty="0">
                <a:solidFill>
                  <a:schemeClr val="accent1">
                    <a:lumMod val="50000"/>
                  </a:schemeClr>
                </a:solidFill>
                <a:ea typeface="+mn-lt"/>
                <a:cs typeface="+mn-lt"/>
              </a:rPr>
              <a:t> и </a:t>
            </a:r>
            <a:r>
              <a:rPr lang="en-US" sz="2500" dirty="0" err="1">
                <a:solidFill>
                  <a:schemeClr val="accent1">
                    <a:lumMod val="50000"/>
                  </a:schemeClr>
                </a:solidFill>
                <a:ea typeface="+mn-lt"/>
                <a:cs typeface="+mn-lt"/>
              </a:rPr>
              <a:t>негативното</a:t>
            </a:r>
            <a:r>
              <a:rPr lang="en-US" sz="2500" dirty="0">
                <a:solidFill>
                  <a:schemeClr val="accent1">
                    <a:lumMod val="50000"/>
                  </a:schemeClr>
                </a:solidFill>
                <a:ea typeface="+mn-lt"/>
                <a:cs typeface="+mn-lt"/>
              </a:rPr>
              <a:t> в </a:t>
            </a:r>
            <a:r>
              <a:rPr lang="en-US" sz="2500" dirty="0" err="1">
                <a:solidFill>
                  <a:schemeClr val="accent1">
                    <a:lumMod val="50000"/>
                  </a:schemeClr>
                </a:solidFill>
                <a:ea typeface="+mn-lt"/>
                <a:cs typeface="+mn-lt"/>
              </a:rPr>
              <a:t>разработката</a:t>
            </a:r>
            <a:r>
              <a:rPr lang="en-US" sz="2500" dirty="0">
                <a:solidFill>
                  <a:schemeClr val="accent1">
                    <a:lumMod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500" dirty="0" err="1">
                <a:solidFill>
                  <a:schemeClr val="accent1">
                    <a:lumMod val="50000"/>
                  </a:schemeClr>
                </a:solidFill>
                <a:ea typeface="+mn-lt"/>
                <a:cs typeface="+mn-lt"/>
              </a:rPr>
              <a:t>на</a:t>
            </a:r>
            <a:r>
              <a:rPr lang="en-US" sz="2500" dirty="0">
                <a:solidFill>
                  <a:schemeClr val="accent1">
                    <a:lumMod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500" dirty="0" err="1">
                <a:solidFill>
                  <a:schemeClr val="accent1">
                    <a:lumMod val="50000"/>
                  </a:schemeClr>
                </a:solidFill>
                <a:ea typeface="+mn-lt"/>
                <a:cs typeface="+mn-lt"/>
              </a:rPr>
              <a:t>уебсайт</a:t>
            </a:r>
            <a:r>
              <a:rPr lang="en-US" sz="2500" dirty="0">
                <a:solidFill>
                  <a:schemeClr val="accent1">
                    <a:lumMod val="50000"/>
                  </a:schemeClr>
                </a:solidFill>
                <a:ea typeface="+mn-lt"/>
                <a:cs typeface="+mn-lt"/>
              </a:rPr>
              <a:t>.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8789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0C883-7528-F9C5-D6FA-15EC059A3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155" y="2442524"/>
            <a:ext cx="10665845" cy="1986710"/>
          </a:xfrm>
        </p:spPr>
        <p:txBody>
          <a:bodyPr>
            <a:normAutofit/>
          </a:bodyPr>
          <a:lstStyle/>
          <a:p>
            <a:pPr algn="ctr"/>
            <a:r>
              <a:rPr lang="en-US" sz="6800">
                <a:solidFill>
                  <a:schemeClr val="bg1">
                    <a:lumMod val="49000"/>
                  </a:schemeClr>
                </a:solidFill>
                <a:ea typeface="+mj-lt"/>
                <a:cs typeface="+mj-lt"/>
              </a:rPr>
              <a:t>БЛАГОДАРИМ ВИ ЗА ВНИМАНИЕТО!</a:t>
            </a:r>
            <a:endParaRPr lang="en-US">
              <a:solidFill>
                <a:schemeClr val="bg1">
                  <a:lumMod val="49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3FE259-B742-148B-88EA-EAE84226F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067839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968143_Win32_SL_V3" id="{4DA6DF5E-F5DF-461D-8863-50E9C5721FD0}" vid="{BC6DDDB8-E14A-47D1-98C5-2C109624FD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AD375C2-2973-4C8B-9800-5B5271D300B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1950151-0FE0-482F-ADBD-EE52BFC46C9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59B7A9F-83D5-4264-91C0-B309A9EDBFB6}">
  <ds:schemaRefs>
    <ds:schemaRef ds:uri="http://schemas.microsoft.com/office/2006/metadata/properties"/>
    <ds:schemaRef ds:uri="http://schemas.openxmlformats.org/package/2006/metadata/core-properties"/>
    <ds:schemaRef ds:uri="http://purl.org/dc/dcmitype/"/>
    <ds:schemaRef ds:uri="71af3243-3dd4-4a8d-8c0d-dd76da1f02a5"/>
    <ds:schemaRef ds:uri="http://schemas.microsoft.com/office/infopath/2007/PartnerControls"/>
    <ds:schemaRef ds:uri="16c05727-aa75-4e4a-9b5f-8a80a1165891"/>
    <ds:schemaRef ds:uri="http://purl.org/dc/terms/"/>
    <ds:schemaRef ds:uri="http://schemas.microsoft.com/office/2006/documentManagement/types"/>
    <ds:schemaRef ds:uri="http://purl.org/dc/elements/1.1/"/>
    <ds:schemaRef ds:uri="230e9df3-be65-4c73-a93b-d1236ebd677e"/>
    <ds:schemaRef ds:uri="http://schemas.microsoft.com/sharepoint/v3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Words>373</Words>
  <Application>Microsoft Office PowerPoint</Application>
  <PresentationFormat>Widescreen</PresentationFormat>
  <Paragraphs>45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Avenir Next LT Pro</vt:lpstr>
      <vt:lpstr>Calibri</vt:lpstr>
      <vt:lpstr>Custom</vt:lpstr>
      <vt:lpstr>Watchlog</vt:lpstr>
      <vt:lpstr>Съдържание:</vt:lpstr>
      <vt:lpstr>ЦЕЛИ: </vt:lpstr>
      <vt:lpstr>ОСНОВНИ ЕТАПИ ПРИ РАЗРАБОТКАТА </vt:lpstr>
      <vt:lpstr>ОСНОВНИ ЕТАПИ ПРИ РАЗРАБОТКАТА</vt:lpstr>
      <vt:lpstr>ТЕХНОЛОГИИ</vt:lpstr>
      <vt:lpstr>ДИЗАЙН</vt:lpstr>
      <vt:lpstr>ЗАКЛЮЧЕНИЕ </vt:lpstr>
      <vt:lpstr>БЛАГОДАРИМ ВИ ЗА ВНИМАНИЕТО!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Watchlog</dc:title>
  <dc:creator>ASUS</dc:creator>
  <cp:lastModifiedBy>Рами Х. Насер</cp:lastModifiedBy>
  <cp:revision>241</cp:revision>
  <dcterms:created xsi:type="dcterms:W3CDTF">2026-02-21T12:30:40Z</dcterms:created>
  <dcterms:modified xsi:type="dcterms:W3CDTF">2026-02-21T18:27:56Z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